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56642" y="97104"/>
            <a:ext cx="4134357" cy="3331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p:cNvSpPr>
            <a:spLocks noGrp="1"/>
          </p:cNvSpPr>
          <p:nvPr>
            <p:ph type="subTitle" idx="1"/>
          </p:nvPr>
        </p:nvSpPr>
        <p:spPr>
          <a:xfrm>
            <a:off x="612648" y="4492488"/>
            <a:ext cx="3349751" cy="1411356"/>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p:cNvSpPr>
            <a:spLocks noGrp="1"/>
          </p:cNvSpPr>
          <p:nvPr>
            <p:ph type="pic" sz="quarter" idx="13" hasCustomPrompt="1"/>
          </p:nvPr>
        </p:nvSpPr>
        <p:spPr>
          <a:xfrm>
            <a:off x="4373880" y="0"/>
            <a:ext cx="7818120" cy="6858000"/>
          </a:xfrm>
          <a:blipFill dpi="0" rotWithShape="1">
            <a:blip r:embed="rId2">
              <a:alphaModFix amt="60000"/>
            </a:blip>
            <a:srcRect/>
            <a:stretch>
              <a:fillRect/>
            </a:stretch>
          </a:blipFill>
        </p:spPr>
        <p:txBody>
          <a:bodyPr/>
          <a:lstStyle>
            <a:lvl1pPr marL="0" indent="0">
              <a:buNone/>
              <a:defRPr/>
            </a:lvl1pPr>
          </a:lstStyle>
          <a:p>
            <a:r>
              <a:rPr lang="en-US" dirty="0"/>
              <a:t> </a:t>
            </a:r>
            <a:endParaRPr lang="en-US" dirty="0"/>
          </a:p>
        </p:txBody>
      </p:sp>
      <p:sp>
        <p:nvSpPr>
          <p:cNvPr id="8" name="Footer Placeholder 7"/>
          <p:cNvSpPr>
            <a:spLocks noGrp="1"/>
          </p:cNvSpPr>
          <p:nvPr>
            <p:ph type="ftr" sz="quarter" idx="15"/>
          </p:nvPr>
        </p:nvSpPr>
        <p:spPr>
          <a:xfrm>
            <a:off x="56644" y="6338703"/>
            <a:ext cx="2196699" cy="365125"/>
          </a:xfrm>
        </p:spPr>
        <p:txBody>
          <a:bodyPr/>
          <a:lstStyle/>
          <a:p>
            <a:endParaRPr lang="en-IN"/>
          </a:p>
        </p:txBody>
      </p:sp>
      <p:sp>
        <p:nvSpPr>
          <p:cNvPr id="7" name="Date Placeholder 6"/>
          <p:cNvSpPr>
            <a:spLocks noGrp="1"/>
          </p:cNvSpPr>
          <p:nvPr>
            <p:ph type="dt" sz="half" idx="14"/>
          </p:nvPr>
        </p:nvSpPr>
        <p:spPr>
          <a:xfrm>
            <a:off x="2383669" y="6338703"/>
            <a:ext cx="1392578" cy="365125"/>
          </a:xfrm>
        </p:spPr>
        <p:txBody>
          <a:bodyPr/>
          <a:lstStyle/>
          <a:p>
            <a:fld id="{2ABAD28B-DD56-4B56-883A-96608C765E28}" type="datetimeFigureOut">
              <a:rPr lang="en-US" smtClean="0"/>
            </a:fld>
            <a:endParaRPr lang="en-US" dirty="0"/>
          </a:p>
        </p:txBody>
      </p:sp>
      <p:sp>
        <p:nvSpPr>
          <p:cNvPr id="9" name="Slide Number Placeholder 8"/>
          <p:cNvSpPr>
            <a:spLocks noGrp="1"/>
          </p:cNvSpPr>
          <p:nvPr>
            <p:ph type="sldNum" sz="quarter" idx="16"/>
          </p:nvPr>
        </p:nvSpPr>
        <p:spPr>
          <a:xfrm>
            <a:off x="3776247" y="6342301"/>
            <a:ext cx="429207" cy="365125"/>
          </a:xfrm>
        </p:spPr>
        <p:txBody>
          <a:bodyPr/>
          <a:lstStyle/>
          <a:p>
            <a:fld id="{D36EBF1A-7D8E-44CD-B56D-AC04975BDF3F}"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Content Placeholder 2"/>
          <p:cNvSpPr>
            <a:spLocks noGrp="1"/>
          </p:cNvSpPr>
          <p:nvPr>
            <p:ph idx="1"/>
          </p:nvPr>
        </p:nvSpPr>
        <p:spPr>
          <a:xfrm>
            <a:off x="612647" y="1709862"/>
            <a:ext cx="10963656" cy="451375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Footer Placeholder 4"/>
          <p:cNvSpPr>
            <a:spLocks noGrp="1"/>
          </p:cNvSpPr>
          <p:nvPr>
            <p:ph type="ftr" sz="quarter" idx="11"/>
          </p:nvPr>
        </p:nvSpPr>
        <p:spPr/>
        <p:txBody>
          <a:bodyPr/>
          <a:lstStyle/>
          <a:p>
            <a:endParaRPr lang="en-IN"/>
          </a:p>
        </p:txBody>
      </p:sp>
      <p:sp>
        <p:nvSpPr>
          <p:cNvPr id="4" name="Date Placeholder 3"/>
          <p:cNvSpPr>
            <a:spLocks noGrp="1"/>
          </p:cNvSpPr>
          <p:nvPr>
            <p:ph type="dt" sz="half" idx="10"/>
          </p:nvPr>
        </p:nvSpPr>
        <p:spPr/>
        <p:txBody>
          <a:bodyPr/>
          <a:lstStyle/>
          <a:p>
            <a:fld id="{36F4F63B-1BAB-4A48-9328-301F91C0D1BC}" type="datetimeFigureOut">
              <a:rPr lang="en-IN" smtClean="0"/>
            </a:fld>
            <a:endParaRPr lang="en-IN"/>
          </a:p>
        </p:txBody>
      </p:sp>
      <p:sp>
        <p:nvSpPr>
          <p:cNvPr id="6" name="Slide Number Placeholder 5"/>
          <p:cNvSpPr>
            <a:spLocks noGrp="1"/>
          </p:cNvSpPr>
          <p:nvPr>
            <p:ph type="sldNum" sz="quarter" idx="12"/>
          </p:nvPr>
        </p:nvSpPr>
        <p:spPr/>
        <p:txBody>
          <a:bodyPr/>
          <a:lstStyle/>
          <a:p>
            <a:fld id="{D36EBF1A-7D8E-44CD-B56D-AC04975BDF3F}"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p:cNvSpPr>
            <a:spLocks noGrp="1"/>
          </p:cNvSpPr>
          <p:nvPr>
            <p:ph type="ctrTitle"/>
          </p:nvPr>
        </p:nvSpPr>
        <p:spPr>
          <a:xfrm>
            <a:off x="7846390" y="1411358"/>
            <a:ext cx="3888410" cy="2845567"/>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p:cNvSpPr>
            <a:spLocks noGrp="1"/>
          </p:cNvSpPr>
          <p:nvPr>
            <p:ph type="subTitle" idx="1"/>
          </p:nvPr>
        </p:nvSpPr>
        <p:spPr>
          <a:xfrm>
            <a:off x="7846388" y="4403039"/>
            <a:ext cx="388841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endParaRPr lang="en-US" dirty="0"/>
          </a:p>
        </p:txBody>
      </p:sp>
      <p:sp>
        <p:nvSpPr>
          <p:cNvPr id="5" name="Footer Placeholder 4"/>
          <p:cNvSpPr>
            <a:spLocks noGrp="1"/>
          </p:cNvSpPr>
          <p:nvPr>
            <p:ph type="ftr" sz="quarter" idx="11"/>
          </p:nvPr>
        </p:nvSpPr>
        <p:spPr>
          <a:xfrm>
            <a:off x="7846388" y="6343955"/>
            <a:ext cx="2100482" cy="365125"/>
          </a:xfrm>
        </p:spPr>
        <p:txBody>
          <a:bodyPr/>
          <a:lstStyle/>
          <a:p>
            <a:endParaRPr lang="en-IN"/>
          </a:p>
        </p:txBody>
      </p:sp>
      <p:sp>
        <p:nvSpPr>
          <p:cNvPr id="4" name="Date Placeholder 3"/>
          <p:cNvSpPr>
            <a:spLocks noGrp="1"/>
          </p:cNvSpPr>
          <p:nvPr>
            <p:ph type="dt" sz="half" idx="10"/>
          </p:nvPr>
        </p:nvSpPr>
        <p:spPr>
          <a:xfrm>
            <a:off x="9767853" y="6343955"/>
            <a:ext cx="1475163" cy="365125"/>
          </a:xfrm>
        </p:spPr>
        <p:txBody>
          <a:bodyPr/>
          <a:lstStyle>
            <a:lvl1pPr>
              <a:defRPr>
                <a:solidFill>
                  <a:schemeClr val="tx1"/>
                </a:solidFill>
                <a:effectLst/>
              </a:defRPr>
            </a:lvl1pPr>
          </a:lstStyle>
          <a:p>
            <a:fld id="{36F4F63B-1BAB-4A48-9328-301F91C0D1BC}" type="datetimeFigureOut">
              <a:rPr lang="en-IN" smtClean="0"/>
            </a:fld>
            <a:endParaRPr lang="en-IN"/>
          </a:p>
        </p:txBody>
      </p:sp>
      <p:sp>
        <p:nvSpPr>
          <p:cNvPr id="6" name="Slide Number Placeholder 5"/>
          <p:cNvSpPr>
            <a:spLocks noGrp="1"/>
          </p:cNvSpPr>
          <p:nvPr>
            <p:ph type="sldNum" sz="quarter" idx="12"/>
          </p:nvPr>
        </p:nvSpPr>
        <p:spPr>
          <a:xfrm>
            <a:off x="11296066" y="6343955"/>
            <a:ext cx="429207" cy="365125"/>
          </a:xfrm>
        </p:spPr>
        <p:txBody>
          <a:bodyPr/>
          <a:lstStyle/>
          <a:p>
            <a:fld id="{D36EBF1A-7D8E-44CD-B56D-AC04975BDF3F}"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en-US"/>
              <a:t>Click to edit Master title style</a:t>
            </a:r>
            <a:endParaRPr lang="en-US" dirty="0"/>
          </a:p>
        </p:txBody>
      </p:sp>
      <p:sp>
        <p:nvSpPr>
          <p:cNvPr id="3" name="Subtitle 2"/>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5" name="Footer Placeholder 4"/>
          <p:cNvSpPr>
            <a:spLocks noGrp="1"/>
          </p:cNvSpPr>
          <p:nvPr>
            <p:ph type="ftr" sz="quarter" idx="11"/>
          </p:nvPr>
        </p:nvSpPr>
        <p:spPr>
          <a:xfrm>
            <a:off x="612647" y="6343955"/>
            <a:ext cx="2805405" cy="365125"/>
          </a:xfrm>
        </p:spPr>
        <p:txBody>
          <a:bodyPr/>
          <a:lstStyle/>
          <a:p>
            <a:endParaRPr lang="en-IN"/>
          </a:p>
        </p:txBody>
      </p:sp>
      <p:sp>
        <p:nvSpPr>
          <p:cNvPr id="4" name="Date Placeholder 3"/>
          <p:cNvSpPr>
            <a:spLocks noGrp="1"/>
          </p:cNvSpPr>
          <p:nvPr>
            <p:ph type="dt" sz="half" idx="10"/>
          </p:nvPr>
        </p:nvSpPr>
        <p:spPr>
          <a:xfrm>
            <a:off x="8221509" y="6343955"/>
            <a:ext cx="2875064" cy="365125"/>
          </a:xfrm>
        </p:spPr>
        <p:txBody>
          <a:bodyPr/>
          <a:lstStyle/>
          <a:p>
            <a:fld id="{36F4F63B-1BAB-4A48-9328-301F91C0D1BC}" type="datetimeFigureOut">
              <a:rPr lang="en-IN" smtClean="0"/>
            </a:fld>
            <a:endParaRPr lang="en-IN"/>
          </a:p>
        </p:txBody>
      </p:sp>
      <p:sp>
        <p:nvSpPr>
          <p:cNvPr id="6" name="Slide Number Placeholder 5"/>
          <p:cNvSpPr>
            <a:spLocks noGrp="1"/>
          </p:cNvSpPr>
          <p:nvPr>
            <p:ph type="sldNum" sz="quarter" idx="12"/>
          </p:nvPr>
        </p:nvSpPr>
        <p:spPr/>
        <p:txBody>
          <a:bodyPr/>
          <a:lstStyle/>
          <a:p>
            <a:fld id="{D36EBF1A-7D8E-44CD-B56D-AC04975BDF3F}"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Title 6"/>
          <p:cNvSpPr>
            <a:spLocks noGrp="1"/>
          </p:cNvSpPr>
          <p:nvPr>
            <p:ph type="title"/>
          </p:nvPr>
        </p:nvSpPr>
        <p:spPr>
          <a:xfrm>
            <a:off x="111758" y="1869103"/>
            <a:ext cx="9337042" cy="4906929"/>
          </a:xfrm>
        </p:spPr>
        <p:txBody>
          <a:bodyPr>
            <a:normAutofit/>
          </a:bodyPr>
          <a:lstStyle>
            <a:lvl1pPr>
              <a:defRPr sz="7400"/>
            </a:lvl1pPr>
          </a:lstStyle>
          <a:p>
            <a:r>
              <a:rPr lang="en-US"/>
              <a:t>Click to edit Master title style</a:t>
            </a:r>
            <a:endParaRPr lang="en-US" dirty="0"/>
          </a:p>
        </p:txBody>
      </p:sp>
      <p:sp>
        <p:nvSpPr>
          <p:cNvPr id="5" name="Footer Placeholder 4"/>
          <p:cNvSpPr>
            <a:spLocks noGrp="1"/>
          </p:cNvSpPr>
          <p:nvPr>
            <p:ph type="ftr" sz="quarter" idx="11"/>
          </p:nvPr>
        </p:nvSpPr>
        <p:spPr>
          <a:xfrm>
            <a:off x="612647" y="137388"/>
            <a:ext cx="2805405" cy="365125"/>
          </a:xfrm>
        </p:spPr>
        <p:txBody>
          <a:bodyPr/>
          <a:lstStyle/>
          <a:p>
            <a:endParaRPr lang="en-US" dirty="0"/>
          </a:p>
        </p:txBody>
      </p:sp>
      <p:sp>
        <p:nvSpPr>
          <p:cNvPr id="4" name="Date Placeholder 3"/>
          <p:cNvSpPr>
            <a:spLocks noGrp="1"/>
          </p:cNvSpPr>
          <p:nvPr>
            <p:ph type="dt" sz="half" idx="10"/>
          </p:nvPr>
        </p:nvSpPr>
        <p:spPr>
          <a:xfrm>
            <a:off x="8893929" y="137388"/>
            <a:ext cx="2202644" cy="365125"/>
          </a:xfrm>
        </p:spPr>
        <p:txBody>
          <a:bodyPr/>
          <a:lstStyle/>
          <a:p>
            <a:fld id="{2ABAD28B-DD56-4B56-883A-96608C765E28}" type="datetimeFigureOut">
              <a:rPr lang="en-US" smtClean="0"/>
            </a:fld>
            <a:endParaRPr lang="en-US" dirty="0"/>
          </a:p>
        </p:txBody>
      </p:sp>
      <p:sp>
        <p:nvSpPr>
          <p:cNvPr id="6" name="Slide Number Placeholder 5"/>
          <p:cNvSpPr>
            <a:spLocks noGrp="1"/>
          </p:cNvSpPr>
          <p:nvPr>
            <p:ph type="sldNum" sz="quarter" idx="12"/>
          </p:nvPr>
        </p:nvSpPr>
        <p:spPr>
          <a:xfrm>
            <a:off x="11147096" y="137388"/>
            <a:ext cx="429207" cy="365125"/>
          </a:xfrm>
        </p:spPr>
        <p:txBody>
          <a:bodyPr/>
          <a:lstStyle/>
          <a:p>
            <a:fld id="{7DF5BAF5-ABAB-4575-8E56-D109A3D17F9F}" type="slidenum">
              <a:rPr lang="en-US" smtClean="0"/>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5111" y="105196"/>
            <a:ext cx="9023561" cy="2113392"/>
          </a:xfrm>
        </p:spPr>
        <p:txBody>
          <a:bodyPr anchor="t">
            <a:normAutofit/>
          </a:bodyPr>
          <a:lstStyle>
            <a:lvl1pPr>
              <a:defRPr sz="7200"/>
            </a:lvl1pPr>
          </a:lstStyle>
          <a:p>
            <a:r>
              <a:rPr lang="en-US" dirty="0"/>
              <a:t>Agenda</a:t>
            </a:r>
            <a:endParaRPr lang="en-US" dirty="0"/>
          </a:p>
        </p:txBody>
      </p:sp>
      <p:sp>
        <p:nvSpPr>
          <p:cNvPr id="7" name="Content Placeholder 6"/>
          <p:cNvSpPr>
            <a:spLocks noGrp="1"/>
          </p:cNvSpPr>
          <p:nvPr>
            <p:ph sz="quarter" idx="13"/>
          </p:nvPr>
        </p:nvSpPr>
        <p:spPr>
          <a:xfrm>
            <a:off x="612647" y="2484255"/>
            <a:ext cx="8467558" cy="3539514"/>
          </a:xfrm>
        </p:spPr>
        <p:txBody>
          <a:bodyPr>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Footer Placeholder 3"/>
          <p:cNvSpPr>
            <a:spLocks noGrp="1"/>
          </p:cNvSpPr>
          <p:nvPr>
            <p:ph type="ftr" sz="quarter" idx="11"/>
          </p:nvPr>
        </p:nvSpPr>
        <p:spPr/>
        <p:txBody>
          <a:bodyPr/>
          <a:lstStyle/>
          <a:p>
            <a:r>
              <a:rPr lang="en-US"/>
              <a:t>Sample Footer Text</a:t>
            </a:r>
            <a:endParaRPr lang="en-US" dirty="0"/>
          </a:p>
        </p:txBody>
      </p:sp>
      <p:sp>
        <p:nvSpPr>
          <p:cNvPr id="3" name="Date Placeholder 2"/>
          <p:cNvSpPr>
            <a:spLocks noGrp="1"/>
          </p:cNvSpPr>
          <p:nvPr>
            <p:ph type="dt" sz="half" idx="10"/>
          </p:nvPr>
        </p:nvSpPr>
        <p:spPr/>
        <p:txBody>
          <a:bodyPr/>
          <a:lstStyle/>
          <a:p>
            <a:fld id="{8A60B404-9532-4DA8-8A40-EC339A5BE635}" type="datetime1">
              <a:rPr lang="en-US" smtClean="0"/>
            </a:fld>
            <a:endParaRPr lang="en-US" dirty="0"/>
          </a:p>
        </p:txBody>
      </p:sp>
      <p:sp>
        <p:nvSpPr>
          <p:cNvPr id="5" name="Slide Number Placeholder 4"/>
          <p:cNvSpPr>
            <a:spLocks noGrp="1"/>
          </p:cNvSpPr>
          <p:nvPr>
            <p:ph type="sldNum" sz="quarter" idx="12"/>
          </p:nvPr>
        </p:nvSpPr>
        <p:spPr/>
        <p:txBody>
          <a:bodyPr/>
          <a:lstStyle/>
          <a:p>
            <a:fld id="{D36EBF1A-7D8E-44CD-B56D-AC04975BDF3F}"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41011" y="73742"/>
            <a:ext cx="6863496" cy="2220726"/>
          </a:xfrm>
        </p:spPr>
        <p:txBody>
          <a:bodyPr anchor="t">
            <a:normAutofit/>
          </a:bodyPr>
          <a:lstStyle>
            <a:lvl1pPr>
              <a:defRPr sz="7200"/>
            </a:lvl1pPr>
          </a:lstStyle>
          <a:p>
            <a:r>
              <a:rPr lang="en-US" dirty="0"/>
              <a:t>Agenda</a:t>
            </a:r>
            <a:endParaRPr lang="en-US" dirty="0"/>
          </a:p>
        </p:txBody>
      </p:sp>
      <p:sp>
        <p:nvSpPr>
          <p:cNvPr id="10" name="Picture Placeholder 9"/>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endParaRPr lang="en-US" dirty="0"/>
          </a:p>
        </p:txBody>
      </p:sp>
      <p:sp>
        <p:nvSpPr>
          <p:cNvPr id="7" name="Content Placeholder 6"/>
          <p:cNvSpPr>
            <a:spLocks noGrp="1"/>
          </p:cNvSpPr>
          <p:nvPr>
            <p:ph sz="quarter" idx="13"/>
          </p:nvPr>
        </p:nvSpPr>
        <p:spPr>
          <a:xfrm>
            <a:off x="5588000" y="2726267"/>
            <a:ext cx="5916507"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Footer Placeholder 3"/>
          <p:cNvSpPr>
            <a:spLocks noGrp="1"/>
          </p:cNvSpPr>
          <p:nvPr>
            <p:ph type="ftr" sz="quarter" idx="11"/>
          </p:nvPr>
        </p:nvSpPr>
        <p:spPr>
          <a:xfrm>
            <a:off x="5588000" y="6343955"/>
            <a:ext cx="2985400" cy="365125"/>
          </a:xfrm>
        </p:spPr>
        <p:txBody>
          <a:bodyPr/>
          <a:lstStyle/>
          <a:p>
            <a:endParaRPr lang="en-IN"/>
          </a:p>
        </p:txBody>
      </p:sp>
      <p:sp>
        <p:nvSpPr>
          <p:cNvPr id="3" name="Date Placeholder 2"/>
          <p:cNvSpPr>
            <a:spLocks noGrp="1"/>
          </p:cNvSpPr>
          <p:nvPr>
            <p:ph type="dt" sz="half" idx="10"/>
          </p:nvPr>
        </p:nvSpPr>
        <p:spPr>
          <a:xfrm>
            <a:off x="9535886" y="6343955"/>
            <a:ext cx="1553108" cy="365125"/>
          </a:xfrm>
        </p:spPr>
        <p:txBody>
          <a:bodyPr/>
          <a:lstStyle/>
          <a:p>
            <a:fld id="{8A60B404-9532-4DA8-8A40-EC339A5BE635}" type="datetime1">
              <a:rPr lang="en-US" smtClean="0"/>
            </a:fld>
            <a:endParaRPr lang="en-US" dirty="0"/>
          </a:p>
        </p:txBody>
      </p:sp>
      <p:sp>
        <p:nvSpPr>
          <p:cNvPr id="5" name="Slide Number Placeholder 4"/>
          <p:cNvSpPr>
            <a:spLocks noGrp="1"/>
          </p:cNvSpPr>
          <p:nvPr>
            <p:ph type="sldNum" sz="quarter" idx="12"/>
          </p:nvPr>
        </p:nvSpPr>
        <p:spPr>
          <a:xfrm>
            <a:off x="11147096" y="6343955"/>
            <a:ext cx="429207" cy="365125"/>
          </a:xfrm>
        </p:spPr>
        <p:txBody>
          <a:bodyPr/>
          <a:lstStyle/>
          <a:p>
            <a:fld id="{D36EBF1A-7D8E-44CD-B56D-AC04975BDF3F}"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p:cNvSpPr>
            <a:spLocks noGrp="1"/>
          </p:cNvSpPr>
          <p:nvPr>
            <p:ph type="title"/>
          </p:nvPr>
        </p:nvSpPr>
        <p:spPr>
          <a:xfrm>
            <a:off x="614678" y="1388700"/>
            <a:ext cx="3923455" cy="408358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p:cNvSpPr>
            <a:spLocks noGrp="1"/>
          </p:cNvSpPr>
          <p:nvPr>
            <p:ph sz="quarter" idx="13"/>
          </p:nvPr>
        </p:nvSpPr>
        <p:spPr>
          <a:xfrm>
            <a:off x="5156011" y="1389134"/>
            <a:ext cx="6045390" cy="408357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Footer Placeholder 4"/>
          <p:cNvSpPr>
            <a:spLocks noGrp="1"/>
          </p:cNvSpPr>
          <p:nvPr>
            <p:ph type="ftr" sz="quarter" idx="11"/>
          </p:nvPr>
        </p:nvSpPr>
        <p:spPr/>
        <p:txBody>
          <a:bodyPr/>
          <a:lstStyle/>
          <a:p>
            <a:endParaRPr lang="en-IN"/>
          </a:p>
        </p:txBody>
      </p:sp>
      <p:sp>
        <p:nvSpPr>
          <p:cNvPr id="4" name="Date Placeholder 3"/>
          <p:cNvSpPr>
            <a:spLocks noGrp="1"/>
          </p:cNvSpPr>
          <p:nvPr>
            <p:ph type="dt" sz="half" idx="10"/>
          </p:nvPr>
        </p:nvSpPr>
        <p:spPr/>
        <p:txBody>
          <a:bodyPr/>
          <a:lstStyle/>
          <a:p>
            <a:fld id="{36F4F63B-1BAB-4A48-9328-301F91C0D1BC}" type="datetimeFigureOut">
              <a:rPr lang="en-IN" smtClean="0"/>
            </a:fld>
            <a:endParaRPr lang="en-IN"/>
          </a:p>
        </p:txBody>
      </p:sp>
      <p:sp>
        <p:nvSpPr>
          <p:cNvPr id="6" name="Slide Number Placeholder 5"/>
          <p:cNvSpPr>
            <a:spLocks noGrp="1"/>
          </p:cNvSpPr>
          <p:nvPr>
            <p:ph type="sldNum" sz="quarter" idx="12"/>
          </p:nvPr>
        </p:nvSpPr>
        <p:spPr/>
        <p:txBody>
          <a:bodyPr/>
          <a:lstStyle/>
          <a:p>
            <a:fld id="{D36EBF1A-7D8E-44CD-B56D-AC04975BDF3F}"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p:cNvSpPr>
            <a:spLocks noGrp="1"/>
          </p:cNvSpPr>
          <p:nvPr>
            <p:ph type="title"/>
          </p:nvPr>
        </p:nvSpPr>
        <p:spPr>
          <a:xfrm>
            <a:off x="612646" y="707549"/>
            <a:ext cx="3349754" cy="2721451"/>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8" name="Content Placeholder 7"/>
          <p:cNvSpPr>
            <a:spLocks noGrp="1"/>
          </p:cNvSpPr>
          <p:nvPr>
            <p:ph sz="quarter" idx="13"/>
          </p:nvPr>
        </p:nvSpPr>
        <p:spPr>
          <a:xfrm>
            <a:off x="4648200" y="708184"/>
            <a:ext cx="6928103" cy="551481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Footer Placeholder 4"/>
          <p:cNvSpPr>
            <a:spLocks noGrp="1"/>
          </p:cNvSpPr>
          <p:nvPr>
            <p:ph type="ftr" sz="quarter" idx="11"/>
          </p:nvPr>
        </p:nvSpPr>
        <p:spPr/>
        <p:txBody>
          <a:bodyPr/>
          <a:lstStyle/>
          <a:p>
            <a:endParaRPr lang="en-IN"/>
          </a:p>
        </p:txBody>
      </p:sp>
      <p:sp>
        <p:nvSpPr>
          <p:cNvPr id="4" name="Date Placeholder 3"/>
          <p:cNvSpPr>
            <a:spLocks noGrp="1"/>
          </p:cNvSpPr>
          <p:nvPr>
            <p:ph type="dt" sz="half" idx="10"/>
          </p:nvPr>
        </p:nvSpPr>
        <p:spPr/>
        <p:txBody>
          <a:bodyPr/>
          <a:lstStyle/>
          <a:p>
            <a:fld id="{36F4F63B-1BAB-4A48-9328-301F91C0D1BC}" type="datetimeFigureOut">
              <a:rPr lang="en-IN" smtClean="0"/>
            </a:fld>
            <a:endParaRPr lang="en-IN"/>
          </a:p>
        </p:txBody>
      </p:sp>
      <p:sp>
        <p:nvSpPr>
          <p:cNvPr id="6" name="Slide Number Placeholder 5"/>
          <p:cNvSpPr>
            <a:spLocks noGrp="1"/>
          </p:cNvSpPr>
          <p:nvPr>
            <p:ph type="sldNum" sz="quarter" idx="12"/>
          </p:nvPr>
        </p:nvSpPr>
        <p:spPr/>
        <p:txBody>
          <a:bodyPr/>
          <a:lstStyle/>
          <a:p>
            <a:fld id="{D36EBF1A-7D8E-44CD-B56D-AC04975BDF3F}"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p:cNvSpPr>
            <a:spLocks noGrp="1"/>
          </p:cNvSpPr>
          <p:nvPr>
            <p:ph type="title"/>
          </p:nvPr>
        </p:nvSpPr>
        <p:spPr>
          <a:xfrm>
            <a:off x="5156011" y="612648"/>
            <a:ext cx="6426389"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4" name="Picture Placeholder 13"/>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endParaRPr lang="en-US" dirty="0"/>
          </a:p>
        </p:txBody>
      </p:sp>
      <p:sp>
        <p:nvSpPr>
          <p:cNvPr id="8" name="Content Placeholder 7"/>
          <p:cNvSpPr>
            <a:spLocks noGrp="1"/>
          </p:cNvSpPr>
          <p:nvPr>
            <p:ph sz="quarter" idx="14"/>
          </p:nvPr>
        </p:nvSpPr>
        <p:spPr>
          <a:xfrm>
            <a:off x="5157368" y="1978488"/>
            <a:ext cx="6418935" cy="428558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9" name="Footer Placeholder 8"/>
          <p:cNvSpPr>
            <a:spLocks noGrp="1"/>
          </p:cNvSpPr>
          <p:nvPr>
            <p:ph type="ftr" sz="quarter" idx="16"/>
          </p:nvPr>
        </p:nvSpPr>
        <p:spPr>
          <a:xfrm>
            <a:off x="5156010" y="6343955"/>
            <a:ext cx="3364903" cy="365125"/>
          </a:xfrm>
        </p:spPr>
        <p:txBody>
          <a:bodyPr/>
          <a:lstStyle/>
          <a:p>
            <a:endParaRPr lang="en-IN"/>
          </a:p>
        </p:txBody>
      </p:sp>
      <p:sp>
        <p:nvSpPr>
          <p:cNvPr id="4" name="Date Placeholder 3"/>
          <p:cNvSpPr>
            <a:spLocks noGrp="1"/>
          </p:cNvSpPr>
          <p:nvPr>
            <p:ph type="dt" sz="half" idx="15"/>
          </p:nvPr>
        </p:nvSpPr>
        <p:spPr>
          <a:xfrm>
            <a:off x="9030713" y="6343955"/>
            <a:ext cx="2060808" cy="365125"/>
          </a:xfrm>
        </p:spPr>
        <p:txBody>
          <a:bodyPr/>
          <a:lstStyle/>
          <a:p>
            <a:fld id="{36F4F63B-1BAB-4A48-9328-301F91C0D1BC}" type="datetimeFigureOut">
              <a:rPr lang="en-IN" smtClean="0"/>
            </a:fld>
            <a:endParaRPr lang="en-IN"/>
          </a:p>
        </p:txBody>
      </p:sp>
      <p:sp>
        <p:nvSpPr>
          <p:cNvPr id="10" name="Slide Number Placeholder 9"/>
          <p:cNvSpPr>
            <a:spLocks noGrp="1"/>
          </p:cNvSpPr>
          <p:nvPr>
            <p:ph type="sldNum" sz="quarter" idx="17"/>
          </p:nvPr>
        </p:nvSpPr>
        <p:spPr>
          <a:xfrm>
            <a:off x="11147096" y="6343955"/>
            <a:ext cx="429207" cy="365125"/>
          </a:xfrm>
        </p:spPr>
        <p:txBody>
          <a:bodyPr/>
          <a:lstStyle/>
          <a:p>
            <a:fld id="{D36EBF1A-7D8E-44CD-B56D-AC04975BDF3F}"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p:cNvSpPr>
            <a:spLocks noGrp="1"/>
          </p:cNvSpPr>
          <p:nvPr>
            <p:ph type="title"/>
          </p:nvPr>
        </p:nvSpPr>
        <p:spPr>
          <a:xfrm>
            <a:off x="4632168" y="474177"/>
            <a:ext cx="6950232"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endParaRPr lang="en-US" dirty="0"/>
          </a:p>
        </p:txBody>
      </p:sp>
      <p:sp>
        <p:nvSpPr>
          <p:cNvPr id="8" name="Content Placeholder 7"/>
          <p:cNvSpPr>
            <a:spLocks noGrp="1"/>
          </p:cNvSpPr>
          <p:nvPr>
            <p:ph sz="quarter" idx="14"/>
          </p:nvPr>
        </p:nvSpPr>
        <p:spPr>
          <a:xfrm>
            <a:off x="4632168" y="1627632"/>
            <a:ext cx="6950232" cy="468622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Footer Placeholder 3"/>
          <p:cNvSpPr>
            <a:spLocks noGrp="1"/>
          </p:cNvSpPr>
          <p:nvPr>
            <p:ph type="ftr" sz="quarter" idx="16"/>
          </p:nvPr>
        </p:nvSpPr>
        <p:spPr>
          <a:xfrm>
            <a:off x="4632168" y="6343955"/>
            <a:ext cx="3422906" cy="365125"/>
          </a:xfrm>
        </p:spPr>
        <p:txBody>
          <a:bodyPr/>
          <a:lstStyle/>
          <a:p>
            <a:endParaRPr lang="en-IN"/>
          </a:p>
        </p:txBody>
      </p:sp>
      <p:sp>
        <p:nvSpPr>
          <p:cNvPr id="3" name="Date Placeholder 2"/>
          <p:cNvSpPr>
            <a:spLocks noGrp="1"/>
          </p:cNvSpPr>
          <p:nvPr>
            <p:ph type="dt" sz="half" idx="15"/>
          </p:nvPr>
        </p:nvSpPr>
        <p:spPr>
          <a:xfrm>
            <a:off x="8945699" y="6343955"/>
            <a:ext cx="2150873" cy="365125"/>
          </a:xfrm>
        </p:spPr>
        <p:txBody>
          <a:bodyPr/>
          <a:lstStyle/>
          <a:p>
            <a:fld id="{36F4F63B-1BAB-4A48-9328-301F91C0D1BC}" type="datetimeFigureOut">
              <a:rPr lang="en-IN" smtClean="0"/>
            </a:fld>
            <a:endParaRPr lang="en-IN"/>
          </a:p>
        </p:txBody>
      </p:sp>
      <p:sp>
        <p:nvSpPr>
          <p:cNvPr id="9" name="Slide Number Placeholder 8"/>
          <p:cNvSpPr>
            <a:spLocks noGrp="1"/>
          </p:cNvSpPr>
          <p:nvPr>
            <p:ph type="sldNum" sz="quarter" idx="17"/>
          </p:nvPr>
        </p:nvSpPr>
        <p:spPr>
          <a:xfrm>
            <a:off x="11147096" y="6343955"/>
            <a:ext cx="429207" cy="365125"/>
          </a:xfrm>
        </p:spPr>
        <p:txBody>
          <a:bodyPr/>
          <a:lstStyle/>
          <a:p>
            <a:fld id="{D36EBF1A-7D8E-44CD-B56D-AC04975BDF3F}" type="slidenum">
              <a:rPr lang="en-IN" smtClean="0"/>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p:cNvSpPr>
            <a:spLocks noGrp="1"/>
          </p:cNvSpPr>
          <p:nvPr>
            <p:ph type="title"/>
          </p:nvPr>
        </p:nvSpPr>
        <p:spPr>
          <a:xfrm>
            <a:off x="612647" y="475488"/>
            <a:ext cx="6858000"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p:cNvSpPr>
            <a:spLocks noGrp="1"/>
          </p:cNvSpPr>
          <p:nvPr>
            <p:ph sz="quarter" idx="14"/>
          </p:nvPr>
        </p:nvSpPr>
        <p:spPr>
          <a:xfrm>
            <a:off x="612647" y="1627632"/>
            <a:ext cx="6858000" cy="453537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9" name="Footer Placeholder 8"/>
          <p:cNvSpPr>
            <a:spLocks noGrp="1"/>
          </p:cNvSpPr>
          <p:nvPr>
            <p:ph type="ftr" sz="quarter" idx="16"/>
          </p:nvPr>
        </p:nvSpPr>
        <p:spPr>
          <a:xfrm>
            <a:off x="612647" y="6346870"/>
            <a:ext cx="2805405" cy="365125"/>
          </a:xfrm>
        </p:spPr>
        <p:txBody>
          <a:bodyPr/>
          <a:lstStyle/>
          <a:p>
            <a:endParaRPr lang="en-IN"/>
          </a:p>
        </p:txBody>
      </p:sp>
      <p:sp>
        <p:nvSpPr>
          <p:cNvPr id="4" name="Date Placeholder 3"/>
          <p:cNvSpPr>
            <a:spLocks noGrp="1"/>
          </p:cNvSpPr>
          <p:nvPr>
            <p:ph type="dt" sz="half" idx="15"/>
          </p:nvPr>
        </p:nvSpPr>
        <p:spPr>
          <a:xfrm>
            <a:off x="4115853" y="6346870"/>
            <a:ext cx="2925587" cy="365125"/>
          </a:xfrm>
        </p:spPr>
        <p:txBody>
          <a:bodyPr/>
          <a:lstStyle/>
          <a:p>
            <a:fld id="{36F4F63B-1BAB-4A48-9328-301F91C0D1BC}" type="datetimeFigureOut">
              <a:rPr lang="en-IN" smtClean="0"/>
            </a:fld>
            <a:endParaRPr lang="en-IN"/>
          </a:p>
        </p:txBody>
      </p:sp>
      <p:sp>
        <p:nvSpPr>
          <p:cNvPr id="10" name="Slide Number Placeholder 9"/>
          <p:cNvSpPr>
            <a:spLocks noGrp="1"/>
          </p:cNvSpPr>
          <p:nvPr>
            <p:ph type="sldNum" sz="quarter" idx="17"/>
          </p:nvPr>
        </p:nvSpPr>
        <p:spPr>
          <a:xfrm>
            <a:off x="7041440" y="6346870"/>
            <a:ext cx="429207" cy="365125"/>
          </a:xfrm>
        </p:spPr>
        <p:txBody>
          <a:bodyPr/>
          <a:lstStyle/>
          <a:p>
            <a:fld id="{D36EBF1A-7D8E-44CD-B56D-AC04975BDF3F}" type="slidenum">
              <a:rPr lang="en-IN" smtClean="0"/>
            </a:fld>
            <a:endParaRPr lang="en-IN"/>
          </a:p>
        </p:txBody>
      </p:sp>
      <p:sp>
        <p:nvSpPr>
          <p:cNvPr id="11" name="Picture Placeholder 10"/>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p:cNvSpPr>
            <a:spLocks noGrp="1"/>
          </p:cNvSpPr>
          <p:nvPr>
            <p:ph type="title"/>
          </p:nvPr>
        </p:nvSpPr>
        <p:spPr>
          <a:xfrm>
            <a:off x="612649" y="420623"/>
            <a:ext cx="4494189" cy="132588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p:cNvSpPr>
            <a:spLocks noGrp="1"/>
          </p:cNvSpPr>
          <p:nvPr>
            <p:ph sz="quarter" idx="14"/>
          </p:nvPr>
        </p:nvSpPr>
        <p:spPr>
          <a:xfrm>
            <a:off x="612775" y="1975104"/>
            <a:ext cx="4494063" cy="415695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6" name="Footer Placeholder 5"/>
          <p:cNvSpPr>
            <a:spLocks noGrp="1"/>
          </p:cNvSpPr>
          <p:nvPr>
            <p:ph type="ftr" sz="quarter" idx="11"/>
          </p:nvPr>
        </p:nvSpPr>
        <p:spPr>
          <a:xfrm>
            <a:off x="612776" y="6343955"/>
            <a:ext cx="2098620" cy="365125"/>
          </a:xfrm>
        </p:spPr>
        <p:txBody>
          <a:bodyPr/>
          <a:lstStyle>
            <a:lvl1pPr>
              <a:defRPr>
                <a:solidFill>
                  <a:schemeClr val="tx1"/>
                </a:solidFill>
                <a:effectLst/>
              </a:defRPr>
            </a:lvl1pPr>
          </a:lstStyle>
          <a:p>
            <a:endParaRPr lang="en-IN"/>
          </a:p>
        </p:txBody>
      </p:sp>
      <p:sp>
        <p:nvSpPr>
          <p:cNvPr id="5" name="Date Placeholder 4"/>
          <p:cNvSpPr>
            <a:spLocks noGrp="1"/>
          </p:cNvSpPr>
          <p:nvPr>
            <p:ph type="dt" sz="half" idx="10"/>
          </p:nvPr>
        </p:nvSpPr>
        <p:spPr>
          <a:xfrm>
            <a:off x="3213651" y="6343955"/>
            <a:ext cx="1573037" cy="365125"/>
          </a:xfrm>
        </p:spPr>
        <p:txBody>
          <a:bodyPr/>
          <a:lstStyle/>
          <a:p>
            <a:fld id="{36F4F63B-1BAB-4A48-9328-301F91C0D1BC}" type="datetimeFigureOut">
              <a:rPr lang="en-IN" smtClean="0"/>
            </a:fld>
            <a:endParaRPr lang="en-IN"/>
          </a:p>
        </p:txBody>
      </p:sp>
      <p:sp>
        <p:nvSpPr>
          <p:cNvPr id="7" name="Slide Number Placeholder 6"/>
          <p:cNvSpPr>
            <a:spLocks noGrp="1"/>
          </p:cNvSpPr>
          <p:nvPr>
            <p:ph type="sldNum" sz="quarter" idx="12"/>
          </p:nvPr>
        </p:nvSpPr>
        <p:spPr>
          <a:xfrm>
            <a:off x="4796658" y="6343955"/>
            <a:ext cx="429207" cy="365125"/>
          </a:xfrm>
        </p:spPr>
        <p:txBody>
          <a:bodyPr/>
          <a:lstStyle>
            <a:lvl1pPr>
              <a:defRPr>
                <a:solidFill>
                  <a:schemeClr val="tx1"/>
                </a:solidFill>
                <a:effectLst/>
              </a:defRPr>
            </a:lvl1pPr>
          </a:lstStyle>
          <a:p>
            <a:fld id="{D36EBF1A-7D8E-44CD-B56D-AC04975BDF3F}" type="slidenum">
              <a:rPr lang="en-IN" smtClean="0"/>
            </a:fld>
            <a:endParaRPr lang="en-IN"/>
          </a:p>
        </p:txBody>
      </p:sp>
      <p:sp>
        <p:nvSpPr>
          <p:cNvPr id="11" name="Picture Placeholder 10"/>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p:cNvSpPr>
            <a:spLocks noGrp="1"/>
          </p:cNvSpPr>
          <p:nvPr>
            <p:ph type="title"/>
          </p:nvPr>
        </p:nvSpPr>
        <p:spPr>
          <a:xfrm>
            <a:off x="615697" y="429768"/>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p:cNvSpPr>
            <a:spLocks noGrp="1"/>
          </p:cNvSpPr>
          <p:nvPr>
            <p:ph sz="quarter" idx="14"/>
          </p:nvPr>
        </p:nvSpPr>
        <p:spPr>
          <a:xfrm>
            <a:off x="615823" y="2315569"/>
            <a:ext cx="3657600" cy="381488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9" name="Footer Placeholder 8"/>
          <p:cNvSpPr>
            <a:spLocks noGrp="1"/>
          </p:cNvSpPr>
          <p:nvPr>
            <p:ph type="ftr" sz="quarter" idx="16"/>
          </p:nvPr>
        </p:nvSpPr>
        <p:spPr>
          <a:xfrm>
            <a:off x="615697" y="6343955"/>
            <a:ext cx="1637337" cy="365125"/>
          </a:xfrm>
        </p:spPr>
        <p:txBody>
          <a:bodyPr/>
          <a:lstStyle/>
          <a:p>
            <a:endParaRPr lang="en-IN"/>
          </a:p>
        </p:txBody>
      </p:sp>
      <p:sp>
        <p:nvSpPr>
          <p:cNvPr id="4" name="Date Placeholder 3"/>
          <p:cNvSpPr>
            <a:spLocks noGrp="1"/>
          </p:cNvSpPr>
          <p:nvPr>
            <p:ph type="dt" sz="half" idx="15"/>
          </p:nvPr>
        </p:nvSpPr>
        <p:spPr>
          <a:xfrm>
            <a:off x="2703447" y="6343955"/>
            <a:ext cx="949766" cy="365125"/>
          </a:xfrm>
        </p:spPr>
        <p:txBody>
          <a:bodyPr/>
          <a:lstStyle/>
          <a:p>
            <a:fld id="{2ABAD28B-DD56-4B56-883A-96608C765E28}" type="datetimeFigureOut">
              <a:rPr lang="en-US" smtClean="0"/>
            </a:fld>
            <a:endParaRPr lang="en-US" dirty="0"/>
          </a:p>
        </p:txBody>
      </p:sp>
      <p:sp>
        <p:nvSpPr>
          <p:cNvPr id="10" name="Slide Number Placeholder 9"/>
          <p:cNvSpPr>
            <a:spLocks noGrp="1"/>
          </p:cNvSpPr>
          <p:nvPr>
            <p:ph type="sldNum" sz="quarter" idx="17"/>
          </p:nvPr>
        </p:nvSpPr>
        <p:spPr>
          <a:xfrm>
            <a:off x="3653213" y="6343955"/>
            <a:ext cx="429207" cy="365125"/>
          </a:xfrm>
        </p:spPr>
        <p:txBody>
          <a:bodyPr/>
          <a:lstStyle/>
          <a:p>
            <a:fld id="{D36EBF1A-7D8E-44CD-B56D-AC04975BDF3F}" type="slidenum">
              <a:rPr lang="en-IN" smtClean="0"/>
            </a:fld>
            <a:endParaRPr lang="en-IN"/>
          </a:p>
        </p:txBody>
      </p:sp>
      <p:sp>
        <p:nvSpPr>
          <p:cNvPr id="11" name="Picture Placeholder 10"/>
          <p:cNvSpPr>
            <a:spLocks noGrp="1"/>
          </p:cNvSpPr>
          <p:nvPr>
            <p:ph type="pic" sz="quarter" idx="13" hasCustomPrompt="1"/>
          </p:nvPr>
        </p:nvSpPr>
        <p:spPr>
          <a:xfrm>
            <a:off x="4895088" y="0"/>
            <a:ext cx="7296912" cy="6858000"/>
          </a:xfrm>
          <a:blipFill dpi="0" rotWithShape="1">
            <a:blip r:embed="rId2">
              <a:alphaModFix amt="60000"/>
            </a:blip>
            <a:srcRect/>
            <a:stretch>
              <a:fillRect/>
            </a:stretch>
          </a:blipFill>
        </p:spPr>
        <p:txBody>
          <a:bodyPr/>
          <a:lstStyle>
            <a:lvl1pPr marL="0" indent="0">
              <a:buNone/>
              <a:defRPr/>
            </a:lvl1pPr>
          </a:lstStyle>
          <a:p>
            <a:r>
              <a:rPr lang="en-US" dirty="0"/>
              <a:t> </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p:cNvSpPr>
            <a:spLocks noGrp="1"/>
          </p:cNvSpPr>
          <p:nvPr>
            <p:ph type="title"/>
          </p:nvPr>
        </p:nvSpPr>
        <p:spPr>
          <a:xfrm>
            <a:off x="8888061"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10" name="Picture Placeholder 9"/>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endParaRPr lang="en-US" dirty="0"/>
          </a:p>
        </p:txBody>
      </p:sp>
      <p:sp>
        <p:nvSpPr>
          <p:cNvPr id="8" name="Content Placeholder 7"/>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6" name="Footer Placeholder 5"/>
          <p:cNvSpPr>
            <a:spLocks noGrp="1"/>
          </p:cNvSpPr>
          <p:nvPr>
            <p:ph type="ftr" sz="quarter" idx="11"/>
          </p:nvPr>
        </p:nvSpPr>
        <p:spPr>
          <a:xfrm>
            <a:off x="8888061" y="6343955"/>
            <a:ext cx="1404460" cy="365125"/>
          </a:xfrm>
        </p:spPr>
        <p:txBody>
          <a:bodyPr/>
          <a:lstStyle/>
          <a:p>
            <a:endParaRPr lang="en-IN"/>
          </a:p>
        </p:txBody>
      </p:sp>
      <p:sp>
        <p:nvSpPr>
          <p:cNvPr id="5" name="Date Placeholder 4"/>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36F4F63B-1BAB-4A48-9328-301F91C0D1BC}" type="datetimeFigureOut">
              <a:rPr lang="en-IN" smtClean="0"/>
            </a:fld>
            <a:endParaRPr lang="en-IN"/>
          </a:p>
        </p:txBody>
      </p:sp>
      <p:sp>
        <p:nvSpPr>
          <p:cNvPr id="7" name="Slide Number Placeholder 6"/>
          <p:cNvSpPr>
            <a:spLocks noGrp="1"/>
          </p:cNvSpPr>
          <p:nvPr>
            <p:ph type="sldNum" sz="quarter" idx="12"/>
          </p:nvPr>
        </p:nvSpPr>
        <p:spPr>
          <a:xfrm>
            <a:off x="11147096" y="6343955"/>
            <a:ext cx="429207" cy="365125"/>
          </a:xfrm>
        </p:spPr>
        <p:txBody>
          <a:bodyPr/>
          <a:lstStyle/>
          <a:p>
            <a:fld id="{D36EBF1A-7D8E-44CD-B56D-AC04975BDF3F}" type="slidenum">
              <a:rPr lang="en-IN" smtClean="0"/>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p:cNvSpPr>
            <a:spLocks noGrp="1"/>
          </p:cNvSpPr>
          <p:nvPr>
            <p:ph type="title"/>
          </p:nvPr>
        </p:nvSpPr>
        <p:spPr>
          <a:xfrm>
            <a:off x="612646" y="4162318"/>
            <a:ext cx="3044954" cy="1892808"/>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 </a:t>
            </a:r>
            <a:endParaRPr lang="en-US" dirty="0"/>
          </a:p>
        </p:txBody>
      </p:sp>
      <p:sp>
        <p:nvSpPr>
          <p:cNvPr id="6" name="Footer Placeholder 5"/>
          <p:cNvSpPr>
            <a:spLocks noGrp="1"/>
          </p:cNvSpPr>
          <p:nvPr>
            <p:ph type="ftr" sz="quarter" idx="11"/>
          </p:nvPr>
        </p:nvSpPr>
        <p:spPr/>
        <p:txBody>
          <a:bodyPr/>
          <a:lstStyle/>
          <a:p>
            <a:endParaRPr lang="en-IN"/>
          </a:p>
        </p:txBody>
      </p:sp>
      <p:sp>
        <p:nvSpPr>
          <p:cNvPr id="8" name="Content Placeholder 7"/>
          <p:cNvSpPr>
            <a:spLocks noGrp="1"/>
          </p:cNvSpPr>
          <p:nvPr>
            <p:ph sz="quarter" idx="14"/>
          </p:nvPr>
        </p:nvSpPr>
        <p:spPr>
          <a:xfrm>
            <a:off x="4122370" y="4162318"/>
            <a:ext cx="7460029" cy="20915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36F4F63B-1BAB-4A48-9328-301F91C0D1BC}" type="datetimeFigureOut">
              <a:rPr lang="en-IN" smtClean="0"/>
            </a:fld>
            <a:endParaRPr lang="en-IN"/>
          </a:p>
        </p:txBody>
      </p:sp>
      <p:sp>
        <p:nvSpPr>
          <p:cNvPr id="7" name="Slide Number Placeholder 6"/>
          <p:cNvSpPr>
            <a:spLocks noGrp="1"/>
          </p:cNvSpPr>
          <p:nvPr>
            <p:ph type="sldNum" sz="quarter" idx="12"/>
          </p:nvPr>
        </p:nvSpPr>
        <p:spPr/>
        <p:txBody>
          <a:bodyPr/>
          <a:lstStyle/>
          <a:p>
            <a:fld id="{D36EBF1A-7D8E-44CD-B56D-AC04975BDF3F}" type="slidenum">
              <a:rPr lang="en-IN" smtClean="0"/>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p:cNvSpPr>
            <a:spLocks noGrp="1"/>
          </p:cNvSpPr>
          <p:nvPr>
            <p:ph sz="quarter" idx="14"/>
          </p:nvPr>
        </p:nvSpPr>
        <p:spPr>
          <a:xfrm>
            <a:off x="612647" y="1912398"/>
            <a:ext cx="4637269" cy="420769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9" name="Footer Placeholder 8"/>
          <p:cNvSpPr>
            <a:spLocks noGrp="1"/>
          </p:cNvSpPr>
          <p:nvPr>
            <p:ph type="ftr" sz="quarter" idx="16"/>
          </p:nvPr>
        </p:nvSpPr>
        <p:spPr>
          <a:xfrm>
            <a:off x="612647" y="6343955"/>
            <a:ext cx="2642932" cy="365125"/>
          </a:xfrm>
        </p:spPr>
        <p:txBody>
          <a:bodyPr/>
          <a:lstStyle/>
          <a:p>
            <a:endParaRPr lang="en-IN"/>
          </a:p>
        </p:txBody>
      </p:sp>
      <p:sp>
        <p:nvSpPr>
          <p:cNvPr id="5" name="Picture Placeholder 4"/>
          <p:cNvSpPr>
            <a:spLocks noGrp="1"/>
          </p:cNvSpPr>
          <p:nvPr>
            <p:ph type="pic" sz="quarter" idx="18" hasCustomPrompt="1"/>
          </p:nvPr>
        </p:nvSpPr>
        <p:spPr>
          <a:xfrm>
            <a:off x="5737221" y="1912938"/>
            <a:ext cx="5741992" cy="4224337"/>
          </a:xfrm>
          <a:blipFill>
            <a:blip r:embed="rId2">
              <a:alphaModFix amt="60000"/>
            </a:blip>
            <a:stretch>
              <a:fillRect/>
            </a:stretch>
          </a:blipFill>
        </p:spPr>
        <p:txBody>
          <a:bodyPr/>
          <a:lstStyle>
            <a:lvl1pPr marL="0" indent="0">
              <a:buNone/>
              <a:defRPr/>
            </a:lvl1pPr>
          </a:lstStyle>
          <a:p>
            <a:r>
              <a:rPr lang="en-US" dirty="0"/>
              <a:t> </a:t>
            </a:r>
            <a:endParaRPr lang="en-US" dirty="0"/>
          </a:p>
        </p:txBody>
      </p:sp>
      <p:sp>
        <p:nvSpPr>
          <p:cNvPr id="4" name="Date Placeholder 3"/>
          <p:cNvSpPr>
            <a:spLocks noGrp="1"/>
          </p:cNvSpPr>
          <p:nvPr>
            <p:ph type="dt" sz="half" idx="15"/>
          </p:nvPr>
        </p:nvSpPr>
        <p:spPr>
          <a:xfrm>
            <a:off x="9686595" y="6343955"/>
            <a:ext cx="1449697" cy="365125"/>
          </a:xfrm>
        </p:spPr>
        <p:txBody>
          <a:bodyPr/>
          <a:lstStyle/>
          <a:p>
            <a:fld id="{36F4F63B-1BAB-4A48-9328-301F91C0D1BC}" type="datetimeFigureOut">
              <a:rPr lang="en-IN" smtClean="0"/>
            </a:fld>
            <a:endParaRPr lang="en-IN"/>
          </a:p>
        </p:txBody>
      </p:sp>
      <p:sp>
        <p:nvSpPr>
          <p:cNvPr id="10" name="Slide Number Placeholder 9"/>
          <p:cNvSpPr>
            <a:spLocks noGrp="1"/>
          </p:cNvSpPr>
          <p:nvPr>
            <p:ph type="sldNum" sz="quarter" idx="17"/>
          </p:nvPr>
        </p:nvSpPr>
        <p:spPr>
          <a:xfrm>
            <a:off x="11136293" y="6343955"/>
            <a:ext cx="443060" cy="365125"/>
          </a:xfrm>
        </p:spPr>
        <p:txBody>
          <a:bodyPr/>
          <a:lstStyle/>
          <a:p>
            <a:fld id="{D36EBF1A-7D8E-44CD-B56D-AC04975BDF3F}" type="slidenum">
              <a:rPr lang="en-IN" smtClean="0"/>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p:cNvSpPr>
            <a:spLocks noGrp="1"/>
          </p:cNvSpPr>
          <p:nvPr>
            <p:ph type="title"/>
          </p:nvPr>
        </p:nvSpPr>
        <p:spPr>
          <a:xfrm>
            <a:off x="612648" y="706802"/>
            <a:ext cx="4672584" cy="12694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endParaRPr lang="en-US" dirty="0"/>
          </a:p>
        </p:txBody>
      </p:sp>
      <p:sp>
        <p:nvSpPr>
          <p:cNvPr id="6" name="Footer Placeholder 5"/>
          <p:cNvSpPr>
            <a:spLocks noGrp="1"/>
          </p:cNvSpPr>
          <p:nvPr>
            <p:ph type="ftr" sz="quarter" idx="11"/>
          </p:nvPr>
        </p:nvSpPr>
        <p:spPr/>
        <p:txBody>
          <a:bodyPr/>
          <a:lstStyle/>
          <a:p>
            <a:endParaRPr lang="en-IN"/>
          </a:p>
        </p:txBody>
      </p:sp>
      <p:sp>
        <p:nvSpPr>
          <p:cNvPr id="8" name="Content Placeholder 7"/>
          <p:cNvSpPr>
            <a:spLocks noGrp="1"/>
          </p:cNvSpPr>
          <p:nvPr>
            <p:ph sz="quarter" idx="14"/>
          </p:nvPr>
        </p:nvSpPr>
        <p:spPr>
          <a:xfrm>
            <a:off x="5905563" y="732155"/>
            <a:ext cx="5676838" cy="540537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36F4F63B-1BAB-4A48-9328-301F91C0D1BC}" type="datetimeFigureOut">
              <a:rPr lang="en-IN" smtClean="0"/>
            </a:fld>
            <a:endParaRPr lang="en-IN"/>
          </a:p>
        </p:txBody>
      </p:sp>
      <p:sp>
        <p:nvSpPr>
          <p:cNvPr id="7" name="Slide Number Placeholder 6"/>
          <p:cNvSpPr>
            <a:spLocks noGrp="1"/>
          </p:cNvSpPr>
          <p:nvPr>
            <p:ph type="sldNum" sz="quarter" idx="12"/>
          </p:nvPr>
        </p:nvSpPr>
        <p:spPr/>
        <p:txBody>
          <a:bodyPr/>
          <a:lstStyle/>
          <a:p>
            <a:fld id="{D36EBF1A-7D8E-44CD-B56D-AC04975BDF3F}" type="slidenum">
              <a:rPr lang="en-IN" smtClean="0"/>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tx1"/>
                </a:solidFill>
                <a:latin typeface="+mj-lt"/>
              </a:defRPr>
            </a:lvl1pPr>
          </a:lstStyle>
          <a:p>
            <a:pPr lvl="0"/>
            <a:r>
              <a:rPr lang="en-US" dirty="0"/>
              <a:t>##%</a:t>
            </a:r>
            <a:endParaRPr lang="en-US" dirty="0"/>
          </a:p>
        </p:txBody>
      </p:sp>
      <p:sp>
        <p:nvSpPr>
          <p:cNvPr id="4" name="Footer Placeholder 3"/>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Date Placeholder 2"/>
          <p:cNvSpPr>
            <a:spLocks noGrp="1"/>
          </p:cNvSpPr>
          <p:nvPr>
            <p:ph type="dt" sz="half" idx="10"/>
          </p:nvPr>
        </p:nvSpPr>
        <p:spPr/>
        <p:txBody>
          <a:bodyPr/>
          <a:lstStyle>
            <a:lvl1pPr>
              <a:defRPr>
                <a:solidFill>
                  <a:schemeClr val="tx1"/>
                </a:solidFill>
              </a:defRPr>
            </a:lvl1pPr>
          </a:lstStyle>
          <a:p>
            <a:fld id="{E5AD3D17-73C9-402C-91E7-BA73E6829C50}" type="datetime1">
              <a:rPr lang="en-US" smtClean="0"/>
            </a:fld>
            <a:endParaRPr lang="en-US" dirty="0"/>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D36EBF1A-7D8E-44CD-B56D-AC04975BDF3F}" type="slidenum">
              <a:rPr lang="en-IN" smtClean="0"/>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p:cNvSpPr>
            <a:spLocks noGrp="1"/>
          </p:cNvSpPr>
          <p:nvPr>
            <p:ph sz="quarter" idx="13" hasCustomPrompt="1"/>
          </p:nvPr>
        </p:nvSpPr>
        <p:spPr>
          <a:xfrm>
            <a:off x="59264" y="42335"/>
            <a:ext cx="11517039"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Footer Placeholder 3"/>
          <p:cNvSpPr>
            <a:spLocks noGrp="1"/>
          </p:cNvSpPr>
          <p:nvPr>
            <p:ph type="ftr" sz="quarter" idx="11"/>
          </p:nvPr>
        </p:nvSpPr>
        <p:spPr/>
        <p:txBody>
          <a:bodyPr/>
          <a:lstStyle/>
          <a:p>
            <a:endParaRPr lang="en-IN"/>
          </a:p>
        </p:txBody>
      </p:sp>
      <p:sp>
        <p:nvSpPr>
          <p:cNvPr id="3" name="Date Placeholder 2"/>
          <p:cNvSpPr>
            <a:spLocks noGrp="1"/>
          </p:cNvSpPr>
          <p:nvPr>
            <p:ph type="dt" sz="half" idx="10"/>
          </p:nvPr>
        </p:nvSpPr>
        <p:spPr/>
        <p:txBody>
          <a:bodyPr/>
          <a:lstStyle/>
          <a:p>
            <a:fld id="{36F4F63B-1BAB-4A48-9328-301F91C0D1BC}" type="datetimeFigureOut">
              <a:rPr lang="en-IN" smtClean="0"/>
            </a:fld>
            <a:endParaRPr lang="en-IN"/>
          </a:p>
        </p:txBody>
      </p:sp>
      <p:sp>
        <p:nvSpPr>
          <p:cNvPr id="5" name="Slide Number Placeholder 4"/>
          <p:cNvSpPr>
            <a:spLocks noGrp="1"/>
          </p:cNvSpPr>
          <p:nvPr>
            <p:ph type="sldNum" sz="quarter" idx="12"/>
          </p:nvPr>
        </p:nvSpPr>
        <p:spPr/>
        <p:txBody>
          <a:bodyPr/>
          <a:lstStyle/>
          <a:p>
            <a:fld id="{D36EBF1A-7D8E-44CD-B56D-AC04975BDF3F}" type="slidenum">
              <a:rPr lang="en-IN" smtClean="0"/>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dirty="0"/>
              <a:t>Quote Author</a:t>
            </a:r>
            <a:endParaRPr lang="en-US" dirty="0"/>
          </a:p>
        </p:txBody>
      </p:sp>
      <p:sp>
        <p:nvSpPr>
          <p:cNvPr id="7" name="Content Placeholder 6"/>
          <p:cNvSpPr>
            <a:spLocks noGrp="1"/>
          </p:cNvSpPr>
          <p:nvPr>
            <p:ph sz="quarter" idx="13" hasCustomPrompt="1"/>
          </p:nvPr>
        </p:nvSpPr>
        <p:spPr>
          <a:xfrm>
            <a:off x="1499616" y="1188720"/>
            <a:ext cx="9198864" cy="3332480"/>
          </a:xfrm>
        </p:spPr>
        <p:txBody>
          <a:bodyPr anchor="ctr">
            <a:normAutofit/>
          </a:bodyPr>
          <a:lstStyle>
            <a:lvl1pPr marL="164465" indent="-164465">
              <a:lnSpc>
                <a:spcPct val="100000"/>
              </a:lnSpc>
              <a:spcBef>
                <a:spcPts val="0"/>
              </a:spcBef>
              <a:buNone/>
              <a:defRPr sz="4800">
                <a:latin typeface="+mj-lt"/>
              </a:defRPr>
            </a:lvl1pPr>
          </a:lstStyle>
          <a:p>
            <a:pPr lvl="0"/>
            <a:r>
              <a:rPr lang="en-US" dirty="0"/>
              <a:t>Click to edit Quote</a:t>
            </a:r>
            <a:endParaRPr lang="en-US" dirty="0"/>
          </a:p>
        </p:txBody>
      </p:sp>
      <p:sp>
        <p:nvSpPr>
          <p:cNvPr id="4" name="Footer Placeholder 3"/>
          <p:cNvSpPr>
            <a:spLocks noGrp="1"/>
          </p:cNvSpPr>
          <p:nvPr>
            <p:ph type="ftr" sz="quarter" idx="11"/>
          </p:nvPr>
        </p:nvSpPr>
        <p:spPr/>
        <p:txBody>
          <a:bodyPr/>
          <a:lstStyle/>
          <a:p>
            <a:endParaRPr lang="en-IN"/>
          </a:p>
        </p:txBody>
      </p:sp>
      <p:sp>
        <p:nvSpPr>
          <p:cNvPr id="3" name="Date Placeholder 2"/>
          <p:cNvSpPr>
            <a:spLocks noGrp="1"/>
          </p:cNvSpPr>
          <p:nvPr>
            <p:ph type="dt" sz="half" idx="10"/>
          </p:nvPr>
        </p:nvSpPr>
        <p:spPr/>
        <p:txBody>
          <a:bodyPr/>
          <a:lstStyle/>
          <a:p>
            <a:fld id="{4D63035D-22A0-4334-A9AE-2457016C8B47}" type="datetime1">
              <a:rPr lang="en-US" smtClean="0"/>
            </a:fld>
            <a:endParaRPr lang="en-US" dirty="0"/>
          </a:p>
        </p:txBody>
      </p:sp>
      <p:sp>
        <p:nvSpPr>
          <p:cNvPr id="5" name="Slide Number Placeholder 4"/>
          <p:cNvSpPr>
            <a:spLocks noGrp="1"/>
          </p:cNvSpPr>
          <p:nvPr>
            <p:ph type="sldNum" sz="quarter" idx="12"/>
          </p:nvPr>
        </p:nvSpPr>
        <p:spPr/>
        <p:txBody>
          <a:bodyPr/>
          <a:lstStyle/>
          <a:p>
            <a:fld id="{D36EBF1A-7D8E-44CD-B56D-AC04975BDF3F}" type="slidenum">
              <a:rPr lang="en-IN" smtClean="0"/>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512064"/>
            <a:ext cx="10741152"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Content Placeholder 3"/>
          <p:cNvSpPr>
            <a:spLocks noGrp="1"/>
          </p:cNvSpPr>
          <p:nvPr>
            <p:ph sz="quarter" idx="15"/>
          </p:nvPr>
        </p:nvSpPr>
        <p:spPr>
          <a:xfrm>
            <a:off x="612775" y="1825625"/>
            <a:ext cx="507492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6" name="Footer Placeholder 5"/>
          <p:cNvSpPr>
            <a:spLocks noGrp="1"/>
          </p:cNvSpPr>
          <p:nvPr>
            <p:ph type="ftr" sz="quarter" idx="11"/>
          </p:nvPr>
        </p:nvSpPr>
        <p:spPr/>
        <p:txBody>
          <a:bodyPr/>
          <a:lstStyle/>
          <a:p>
            <a:endParaRPr lang="en-IN"/>
          </a:p>
        </p:txBody>
      </p:sp>
      <p:sp>
        <p:nvSpPr>
          <p:cNvPr id="10" name="Content Placeholder 9"/>
          <p:cNvSpPr>
            <a:spLocks noGrp="1"/>
          </p:cNvSpPr>
          <p:nvPr>
            <p:ph sz="quarter" idx="16"/>
          </p:nvPr>
        </p:nvSpPr>
        <p:spPr>
          <a:xfrm>
            <a:off x="6278563" y="1825625"/>
            <a:ext cx="5075237"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36F4F63B-1BAB-4A48-9328-301F91C0D1BC}" type="datetimeFigureOut">
              <a:rPr lang="en-IN" smtClean="0"/>
            </a:fld>
            <a:endParaRPr lang="en-IN"/>
          </a:p>
        </p:txBody>
      </p:sp>
      <p:sp>
        <p:nvSpPr>
          <p:cNvPr id="7" name="Slide Number Placeholder 6"/>
          <p:cNvSpPr>
            <a:spLocks noGrp="1"/>
          </p:cNvSpPr>
          <p:nvPr>
            <p:ph type="sldNum" sz="quarter" idx="12"/>
          </p:nvPr>
        </p:nvSpPr>
        <p:spPr/>
        <p:txBody>
          <a:bodyPr/>
          <a:lstStyle/>
          <a:p>
            <a:fld id="{D36EBF1A-7D8E-44CD-B56D-AC04975BDF3F}" type="slidenum">
              <a:rPr lang="en-IN" smtClean="0"/>
            </a:fld>
            <a:endParaRPr lang="en-I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512064"/>
            <a:ext cx="10745788"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Text Placeholder 2"/>
          <p:cNvSpPr>
            <a:spLocks noGrp="1"/>
          </p:cNvSpPr>
          <p:nvPr>
            <p:ph type="body" idx="1"/>
          </p:nvPr>
        </p:nvSpPr>
        <p:spPr>
          <a:xfrm>
            <a:off x="609600"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15"/>
          </p:nvPr>
        </p:nvSpPr>
        <p:spPr>
          <a:xfrm>
            <a:off x="609600" y="2387600"/>
            <a:ext cx="5075238" cy="37861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8" name="Footer Placeholder 7"/>
          <p:cNvSpPr>
            <a:spLocks noGrp="1"/>
          </p:cNvSpPr>
          <p:nvPr>
            <p:ph type="ftr" sz="quarter" idx="11"/>
          </p:nvPr>
        </p:nvSpPr>
        <p:spPr/>
        <p:txBody>
          <a:bodyPr/>
          <a:lstStyle/>
          <a:p>
            <a:endParaRPr lang="en-IN"/>
          </a:p>
        </p:txBody>
      </p:sp>
      <p:sp>
        <p:nvSpPr>
          <p:cNvPr id="5" name="Text Placeholder 4"/>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2" name="Content Placeholder 11"/>
          <p:cNvSpPr>
            <a:spLocks noGrp="1"/>
          </p:cNvSpPr>
          <p:nvPr>
            <p:ph sz="quarter" idx="16"/>
          </p:nvPr>
        </p:nvSpPr>
        <p:spPr>
          <a:xfrm>
            <a:off x="6279832" y="2387600"/>
            <a:ext cx="5075556" cy="37861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36F4F63B-1BAB-4A48-9328-301F91C0D1BC}" type="datetimeFigureOut">
              <a:rPr lang="en-IN" smtClean="0"/>
            </a:fld>
            <a:endParaRPr lang="en-IN"/>
          </a:p>
        </p:txBody>
      </p:sp>
      <p:sp>
        <p:nvSpPr>
          <p:cNvPr id="9" name="Slide Number Placeholder 8"/>
          <p:cNvSpPr>
            <a:spLocks noGrp="1"/>
          </p:cNvSpPr>
          <p:nvPr>
            <p:ph type="sldNum" sz="quarter" idx="12"/>
          </p:nvPr>
        </p:nvSpPr>
        <p:spPr/>
        <p:txBody>
          <a:bodyPr/>
          <a:lstStyle/>
          <a:p>
            <a:fld id="{D36EBF1A-7D8E-44CD-B56D-AC04975BDF3F}" type="slidenum">
              <a:rPr lang="en-IN" smtClean="0"/>
            </a:fld>
            <a:endParaRPr lang="en-I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12648" y="512064"/>
            <a:ext cx="10963656" cy="96926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Footer Placeholder 3"/>
          <p:cNvSpPr>
            <a:spLocks noGrp="1"/>
          </p:cNvSpPr>
          <p:nvPr>
            <p:ph type="ftr" sz="quarter" idx="11"/>
          </p:nvPr>
        </p:nvSpPr>
        <p:spPr/>
        <p:txBody>
          <a:bodyPr/>
          <a:lstStyle/>
          <a:p>
            <a:endParaRPr lang="en-IN"/>
          </a:p>
        </p:txBody>
      </p:sp>
      <p:sp>
        <p:nvSpPr>
          <p:cNvPr id="3" name="Date Placeholder 2"/>
          <p:cNvSpPr>
            <a:spLocks noGrp="1"/>
          </p:cNvSpPr>
          <p:nvPr>
            <p:ph type="dt" sz="half" idx="10"/>
          </p:nvPr>
        </p:nvSpPr>
        <p:spPr/>
        <p:txBody>
          <a:bodyPr/>
          <a:lstStyle/>
          <a:p>
            <a:fld id="{36F4F63B-1BAB-4A48-9328-301F91C0D1BC}" type="datetimeFigureOut">
              <a:rPr lang="en-IN" smtClean="0"/>
            </a:fld>
            <a:endParaRPr lang="en-IN"/>
          </a:p>
        </p:txBody>
      </p:sp>
      <p:sp>
        <p:nvSpPr>
          <p:cNvPr id="5" name="Slide Number Placeholder 4"/>
          <p:cNvSpPr>
            <a:spLocks noGrp="1"/>
          </p:cNvSpPr>
          <p:nvPr>
            <p:ph type="sldNum" sz="quarter" idx="12"/>
          </p:nvPr>
        </p:nvSpPr>
        <p:spPr/>
        <p:txBody>
          <a:bodyPr/>
          <a:lstStyle/>
          <a:p>
            <a:fld id="{D36EBF1A-7D8E-44CD-B56D-AC04975BDF3F}" type="slidenum">
              <a:rPr lang="en-IN" smtClean="0"/>
            </a:fld>
            <a:endParaRPr lang="en-I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IN"/>
          </a:p>
        </p:txBody>
      </p:sp>
      <p:sp>
        <p:nvSpPr>
          <p:cNvPr id="2" name="Date Placeholder 1"/>
          <p:cNvSpPr>
            <a:spLocks noGrp="1"/>
          </p:cNvSpPr>
          <p:nvPr>
            <p:ph type="dt" sz="half" idx="10"/>
          </p:nvPr>
        </p:nvSpPr>
        <p:spPr/>
        <p:txBody>
          <a:bodyPr/>
          <a:lstStyle/>
          <a:p>
            <a:fld id="{36F4F63B-1BAB-4A48-9328-301F91C0D1BC}" type="datetimeFigureOut">
              <a:rPr lang="en-IN" smtClean="0"/>
            </a:fld>
            <a:endParaRPr lang="en-IN"/>
          </a:p>
        </p:txBody>
      </p:sp>
      <p:sp>
        <p:nvSpPr>
          <p:cNvPr id="4" name="Slide Number Placeholder 3"/>
          <p:cNvSpPr>
            <a:spLocks noGrp="1"/>
          </p:cNvSpPr>
          <p:nvPr>
            <p:ph type="sldNum" sz="quarter" idx="12"/>
          </p:nvPr>
        </p:nvSpPr>
        <p:spPr/>
        <p:txBody>
          <a:bodyPr/>
          <a:lstStyle/>
          <a:p>
            <a:fld id="{D36EBF1A-7D8E-44CD-B56D-AC04975BDF3F}" type="slidenum">
              <a:rPr lang="en-IN" smtClean="0"/>
            </a:fld>
            <a:endParaRPr lang="en-I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14299" y="89808"/>
            <a:ext cx="11462003" cy="2514600"/>
          </a:xfrm>
        </p:spPr>
        <p:txBody>
          <a:bodyPr anchor="t">
            <a:normAutofit/>
          </a:bodyPr>
          <a:lstStyle>
            <a:lvl1pPr>
              <a:defRPr sz="7200"/>
            </a:lvl1pPr>
          </a:lstStyle>
          <a:p>
            <a:r>
              <a:rPr lang="en-US"/>
              <a:t>Click to edit Master title style</a:t>
            </a:r>
            <a:endParaRPr lang="en-US" dirty="0"/>
          </a:p>
        </p:txBody>
      </p:sp>
      <p:sp>
        <p:nvSpPr>
          <p:cNvPr id="8" name="Content Placeholder 7"/>
          <p:cNvSpPr>
            <a:spLocks noGrp="1"/>
          </p:cNvSpPr>
          <p:nvPr>
            <p:ph sz="quarter" idx="13"/>
          </p:nvPr>
        </p:nvSpPr>
        <p:spPr>
          <a:xfrm>
            <a:off x="612775" y="3118757"/>
            <a:ext cx="10963528" cy="2620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Footer Placeholder 4"/>
          <p:cNvSpPr>
            <a:spLocks noGrp="1"/>
          </p:cNvSpPr>
          <p:nvPr>
            <p:ph type="ftr" sz="quarter" idx="11"/>
          </p:nvPr>
        </p:nvSpPr>
        <p:spPr/>
        <p:txBody>
          <a:bodyPr/>
          <a:lstStyle/>
          <a:p>
            <a:endParaRPr lang="en-IN"/>
          </a:p>
        </p:txBody>
      </p:sp>
      <p:sp>
        <p:nvSpPr>
          <p:cNvPr id="4" name="Date Placeholder 3"/>
          <p:cNvSpPr>
            <a:spLocks noGrp="1"/>
          </p:cNvSpPr>
          <p:nvPr>
            <p:ph type="dt" sz="half" idx="10"/>
          </p:nvPr>
        </p:nvSpPr>
        <p:spPr/>
        <p:txBody>
          <a:bodyPr/>
          <a:lstStyle/>
          <a:p>
            <a:fld id="{36F4F63B-1BAB-4A48-9328-301F91C0D1BC}" type="datetimeFigureOut">
              <a:rPr lang="en-IN" smtClean="0"/>
            </a:fld>
            <a:endParaRPr lang="en-IN"/>
          </a:p>
        </p:txBody>
      </p:sp>
      <p:sp>
        <p:nvSpPr>
          <p:cNvPr id="6" name="Slide Number Placeholder 5"/>
          <p:cNvSpPr>
            <a:spLocks noGrp="1"/>
          </p:cNvSpPr>
          <p:nvPr>
            <p:ph type="sldNum" sz="quarter" idx="12"/>
          </p:nvPr>
        </p:nvSpPr>
        <p:spPr/>
        <p:txBody>
          <a:bodyPr/>
          <a:lstStyle/>
          <a:p>
            <a:fld id="{D36EBF1A-7D8E-44CD-B56D-AC04975BDF3F}" type="slidenum">
              <a:rPr lang="en-IN" smtClean="0"/>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12647" y="1627318"/>
            <a:ext cx="8430767" cy="1842020"/>
          </a:xfrm>
        </p:spPr>
        <p:txBody>
          <a:bodyPr anchor="b">
            <a:noAutofit/>
          </a:bodyPr>
          <a:lstStyle>
            <a:lvl1pPr>
              <a:defRPr sz="7200"/>
            </a:lvl1pPr>
          </a:lstStyle>
          <a:p>
            <a:r>
              <a:rPr lang="en-US"/>
              <a:t>Click to edit Master title style</a:t>
            </a:r>
            <a:endParaRPr lang="en-US" dirty="0"/>
          </a:p>
        </p:txBody>
      </p:sp>
      <p:sp>
        <p:nvSpPr>
          <p:cNvPr id="7" name="Content Placeholder 6"/>
          <p:cNvSpPr>
            <a:spLocks noGrp="1"/>
          </p:cNvSpPr>
          <p:nvPr>
            <p:ph sz="quarter" idx="14"/>
          </p:nvPr>
        </p:nvSpPr>
        <p:spPr>
          <a:xfrm>
            <a:off x="612775" y="3622674"/>
            <a:ext cx="8430639" cy="1608008"/>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Footer Placeholder 4"/>
          <p:cNvSpPr>
            <a:spLocks noGrp="1"/>
          </p:cNvSpPr>
          <p:nvPr>
            <p:ph type="ftr" sz="quarter" idx="11"/>
          </p:nvPr>
        </p:nvSpPr>
        <p:spPr/>
        <p:txBody>
          <a:bodyPr/>
          <a:lstStyle/>
          <a:p>
            <a:endParaRPr lang="en-IN"/>
          </a:p>
        </p:txBody>
      </p:sp>
      <p:sp>
        <p:nvSpPr>
          <p:cNvPr id="4" name="Date Placeholder 3"/>
          <p:cNvSpPr>
            <a:spLocks noGrp="1"/>
          </p:cNvSpPr>
          <p:nvPr>
            <p:ph type="dt" sz="half" idx="10"/>
          </p:nvPr>
        </p:nvSpPr>
        <p:spPr/>
        <p:txBody>
          <a:bodyPr/>
          <a:lstStyle/>
          <a:p>
            <a:fld id="{36F4F63B-1BAB-4A48-9328-301F91C0D1BC}" type="datetimeFigureOut">
              <a:rPr lang="en-IN" smtClean="0"/>
            </a:fld>
            <a:endParaRPr lang="en-IN"/>
          </a:p>
        </p:txBody>
      </p:sp>
      <p:sp>
        <p:nvSpPr>
          <p:cNvPr id="6" name="Slide Number Placeholder 5"/>
          <p:cNvSpPr>
            <a:spLocks noGrp="1"/>
          </p:cNvSpPr>
          <p:nvPr>
            <p:ph type="sldNum" sz="quarter" idx="12"/>
          </p:nvPr>
        </p:nvSpPr>
        <p:spPr/>
        <p:txBody>
          <a:bodyPr/>
          <a:lstStyle/>
          <a:p>
            <a:fld id="{D36EBF1A-7D8E-44CD-B56D-AC04975BDF3F}" type="slidenum">
              <a:rPr lang="en-IN" smtClean="0"/>
            </a:fld>
            <a:endParaRPr lang="en-IN"/>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8" Type="http://schemas.openxmlformats.org/officeDocument/2006/relationships/theme" Target="../theme/theme1.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612647" y="1709862"/>
            <a:ext cx="10963656" cy="4513752"/>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Footer Placeholder 4"/>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a:defRPr sz="800">
                <a:solidFill>
                  <a:schemeClr val="tx1"/>
                </a:solidFill>
              </a:defRPr>
            </a:lvl1pPr>
          </a:lstStyle>
          <a:p>
            <a:endParaRPr lang="en-IN"/>
          </a:p>
        </p:txBody>
      </p:sp>
      <p:sp>
        <p:nvSpPr>
          <p:cNvPr id="4" name="Date Placeholder 3"/>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a:solidFill>
                  <a:schemeClr val="tx1"/>
                </a:solidFill>
              </a:defRPr>
            </a:lvl1pPr>
          </a:lstStyle>
          <a:p>
            <a:fld id="{36F4F63B-1BAB-4A48-9328-301F91C0D1BC}" type="datetimeFigureOut">
              <a:rPr lang="en-IN" smtClean="0"/>
            </a:fld>
            <a:endParaRPr lang="en-IN"/>
          </a:p>
        </p:txBody>
      </p:sp>
      <p:sp>
        <p:nvSpPr>
          <p:cNvPr id="6" name="Slide Number Placeholder 5"/>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a:solidFill>
                  <a:schemeClr val="tx1"/>
                </a:solidFill>
              </a:defRPr>
            </a:lvl1pPr>
          </a:lstStyle>
          <a:p>
            <a:fld id="{D36EBF1A-7D8E-44CD-B56D-AC04975BDF3F}"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p:txStyles>
    <p:titleStyle>
      <a:lvl1pPr algn="l" defTabSz="914400" rtl="0" eaLnBrk="1" latinLnBrk="0" hangingPunct="1">
        <a:lnSpc>
          <a:spcPct val="95000"/>
        </a:lnSpc>
        <a:spcBef>
          <a:spcPct val="0"/>
        </a:spcBef>
        <a:buNone/>
        <a:defRPr sz="2800" b="1" kern="1200"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tags" Target="../tags/tag1.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5410" y="1205865"/>
            <a:ext cx="10856595" cy="1343025"/>
          </a:xfrm>
        </p:spPr>
        <p:txBody>
          <a:bodyPr>
            <a:noAutofit/>
          </a:bodyPr>
          <a:lstStyle/>
          <a:p>
            <a:pPr algn="ctr"/>
            <a:r>
              <a:rPr altLang="en-IN" sz="6600" dirty="0">
                <a:latin typeface="Sitka Subheading Semibold" pitchFamily="2" charset="0"/>
              </a:rPr>
              <a:t>Intelligent Job Portal</a:t>
            </a:r>
            <a:endParaRPr altLang="en-IN" sz="6600" dirty="0">
              <a:latin typeface="Sitka Subheading Semibold" pitchFamily="2" charset="0"/>
            </a:endParaRPr>
          </a:p>
        </p:txBody>
      </p:sp>
      <p:sp>
        <p:nvSpPr>
          <p:cNvPr id="3" name="Subtitle 2"/>
          <p:cNvSpPr>
            <a:spLocks noGrp="1"/>
          </p:cNvSpPr>
          <p:nvPr>
            <p:ph type="subTitle" idx="1"/>
          </p:nvPr>
        </p:nvSpPr>
        <p:spPr>
          <a:xfrm>
            <a:off x="665988" y="2457562"/>
            <a:ext cx="9686544" cy="841946"/>
          </a:xfrm>
        </p:spPr>
        <p:txBody>
          <a:bodyPr/>
          <a:lstStyle/>
          <a:p>
            <a:pPr algn="ctr"/>
            <a:r>
              <a:rPr lang="en-US" altLang="en-US" dirty="0">
                <a:latin typeface="Tempus Sans ITC" panose="04020404030D07020202" pitchFamily="82" charset="0"/>
              </a:rPr>
              <a:t>Technologies and Advanced Algorithms Used in the Intelligent Job Portal</a:t>
            </a:r>
            <a:endParaRPr lang="en-US" altLang="en-US" dirty="0">
              <a:latin typeface="Tempus Sans ITC" panose="04020404030D07020202" pitchFamily="82" charset="0"/>
            </a:endParaRPr>
          </a:p>
        </p:txBody>
      </p:sp>
      <p:sp>
        <p:nvSpPr>
          <p:cNvPr id="6" name="TextBox 5"/>
          <p:cNvSpPr txBox="1"/>
          <p:nvPr/>
        </p:nvSpPr>
        <p:spPr>
          <a:xfrm>
            <a:off x="6503288" y="3341426"/>
            <a:ext cx="5859400" cy="1322070"/>
          </a:xfrm>
          <a:prstGeom prst="rect">
            <a:avLst/>
          </a:prstGeom>
          <a:noFill/>
        </p:spPr>
        <p:txBody>
          <a:bodyPr wrap="square" rtlCol="0">
            <a:spAutoFit/>
          </a:bodyPr>
          <a:lstStyle/>
          <a:p>
            <a:r>
              <a:rPr lang="en-US" sz="2000" dirty="0">
                <a:latin typeface="Eras Demi ITC" panose="020B0805030504020804" pitchFamily="34" charset="0"/>
                <a:cs typeface="Courier New" panose="02070309020205020404" pitchFamily="49" charset="0"/>
              </a:rPr>
              <a:t>Team Members:</a:t>
            </a:r>
            <a:endParaRPr lang="en-US" sz="2000" dirty="0">
              <a:latin typeface="Eras Demi ITC" panose="020B0805030504020804" pitchFamily="34" charset="0"/>
              <a:cs typeface="Courier New" panose="02070309020205020404" pitchFamily="49" charset="0"/>
            </a:endParaRPr>
          </a:p>
          <a:p>
            <a:pPr algn="just"/>
            <a:r>
              <a:rPr lang="en-US" sz="2000" dirty="0">
                <a:latin typeface="Lucida Sans Unicode" panose="020B0602030504020204" pitchFamily="34" charset="0"/>
                <a:cs typeface="Lucida Sans Unicode" panose="020B0602030504020204" pitchFamily="34" charset="0"/>
              </a:rPr>
              <a:t>K.Vansika Reddy    (2520030527)</a:t>
            </a:r>
            <a:endParaRPr lang="en-US" sz="2000" dirty="0">
              <a:latin typeface="Lucida Sans Unicode" panose="020B0602030504020204" pitchFamily="34" charset="0"/>
              <a:cs typeface="Lucida Sans Unicode" panose="020B0602030504020204" pitchFamily="34" charset="0"/>
            </a:endParaRPr>
          </a:p>
          <a:p>
            <a:pPr algn="just"/>
            <a:r>
              <a:rPr lang="en-US" sz="2000" dirty="0">
                <a:latin typeface="Lucida Sans Unicode" panose="020B0602030504020204" pitchFamily="34" charset="0"/>
                <a:cs typeface="Lucida Sans Unicode" panose="020B0602030504020204" pitchFamily="34" charset="0"/>
              </a:rPr>
              <a:t>D.Venya Sri      (2520030531)</a:t>
            </a:r>
            <a:endParaRPr lang="en-US" sz="2000" dirty="0">
              <a:latin typeface="Lucida Sans Unicode" panose="020B0602030504020204" pitchFamily="34" charset="0"/>
              <a:cs typeface="Lucida Sans Unicode" panose="020B0602030504020204" pitchFamily="34" charset="0"/>
            </a:endParaRPr>
          </a:p>
          <a:p>
            <a:pPr algn="just"/>
            <a:r>
              <a:rPr lang="en-US" sz="2000" dirty="0">
                <a:latin typeface="Lucida Sans Unicode" panose="020B0602030504020204" pitchFamily="34" charset="0"/>
                <a:cs typeface="Lucida Sans Unicode" panose="020B0602030504020204" pitchFamily="34" charset="0"/>
              </a:rPr>
              <a:t>B.Nikita        (2520030172)</a:t>
            </a:r>
            <a:endParaRPr lang="en-IN" sz="2000" dirty="0">
              <a:latin typeface="Lucida Sans Unicode" panose="020B0602030504020204" pitchFamily="34" charset="0"/>
              <a:cs typeface="Lucida Sans Unicode" panose="020B0602030504020204" pitchFamily="34" charset="0"/>
            </a:endParaRPr>
          </a:p>
        </p:txBody>
      </p:sp>
      <p:sp>
        <p:nvSpPr>
          <p:cNvPr id="7" name="TextBox 6"/>
          <p:cNvSpPr txBox="1"/>
          <p:nvPr/>
        </p:nvSpPr>
        <p:spPr>
          <a:xfrm>
            <a:off x="105536" y="3281088"/>
            <a:ext cx="4877944" cy="460375"/>
          </a:xfrm>
          <a:prstGeom prst="rect">
            <a:avLst/>
          </a:prstGeom>
          <a:noFill/>
        </p:spPr>
        <p:txBody>
          <a:bodyPr wrap="square" rtlCol="0">
            <a:spAutoFit/>
          </a:bodyPr>
          <a:lstStyle/>
          <a:p>
            <a:r>
              <a:rPr lang="en-US" sz="2400" dirty="0">
                <a:latin typeface="Tahoma" panose="020B0604030504040204" pitchFamily="34" charset="0"/>
                <a:ea typeface="Tahoma" panose="020B0604030504040204" pitchFamily="34" charset="0"/>
                <a:cs typeface="Tahoma" panose="020B0604030504040204" pitchFamily="34" charset="0"/>
              </a:rPr>
              <a:t>Section – 08          Team no - 17</a:t>
            </a:r>
            <a:endParaRPr lang="en-IN" sz="2400" dirty="0">
              <a:latin typeface="Tahoma" panose="020B0604030504040204" pitchFamily="34" charset="0"/>
              <a:ea typeface="Tahoma" panose="020B0604030504040204" pitchFamily="34" charset="0"/>
              <a:cs typeface="Tahoma" panose="020B0604030504040204" pitchFamily="34" charset="0"/>
            </a:endParaRPr>
          </a:p>
        </p:txBody>
      </p:sp>
      <p:pic>
        <p:nvPicPr>
          <p:cNvPr id="5" name="Picture 4"/>
          <p:cNvPicPr>
            <a:picLocks noChangeAspect="1"/>
          </p:cNvPicPr>
          <p:nvPr/>
        </p:nvPicPr>
        <p:blipFill>
          <a:blip r:embed="rId1"/>
          <a:stretch>
            <a:fillRect/>
          </a:stretch>
        </p:blipFill>
        <p:spPr>
          <a:xfrm>
            <a:off x="9650631" y="11816"/>
            <a:ext cx="2541369" cy="1742108"/>
          </a:xfrm>
          <a:prstGeom prst="rect">
            <a:avLst/>
          </a:prstGeom>
        </p:spPr>
      </p:pic>
      <p:sp>
        <p:nvSpPr>
          <p:cNvPr id="9" name="TextBox 8"/>
          <p:cNvSpPr txBox="1"/>
          <p:nvPr/>
        </p:nvSpPr>
        <p:spPr>
          <a:xfrm>
            <a:off x="2782062" y="4923304"/>
            <a:ext cx="6460236" cy="1774845"/>
          </a:xfrm>
          <a:prstGeom prst="rect">
            <a:avLst/>
          </a:prstGeom>
          <a:noFill/>
        </p:spPr>
        <p:txBody>
          <a:bodyPr wrap="square">
            <a:spAutoFit/>
          </a:bodyPr>
          <a:lstStyle/>
          <a:p>
            <a:pPr marL="1812290" marR="1823720" algn="l">
              <a:buNone/>
            </a:pPr>
            <a:r>
              <a:rPr lang="en-US" sz="2400" dirty="0">
                <a:effectLst/>
                <a:latin typeface="Sitka Banner Semibold" pitchFamily="2" charset="0"/>
                <a:ea typeface="Times New Roman" panose="02020603050405020304" pitchFamily="18" charset="0"/>
              </a:rPr>
              <a:t>Under</a:t>
            </a:r>
            <a:r>
              <a:rPr lang="en-US" sz="2400" spc="-10" dirty="0">
                <a:effectLst/>
                <a:latin typeface="Sitka Banner Semibold" pitchFamily="2" charset="0"/>
                <a:ea typeface="Times New Roman" panose="02020603050405020304" pitchFamily="18" charset="0"/>
              </a:rPr>
              <a:t> </a:t>
            </a:r>
            <a:r>
              <a:rPr lang="en-US" sz="2400" dirty="0">
                <a:effectLst/>
                <a:latin typeface="Sitka Banner Semibold" pitchFamily="2" charset="0"/>
                <a:ea typeface="Times New Roman" panose="02020603050405020304" pitchFamily="18" charset="0"/>
              </a:rPr>
              <a:t>the</a:t>
            </a:r>
            <a:r>
              <a:rPr lang="en-US" sz="2400" spc="-5" dirty="0">
                <a:effectLst/>
                <a:latin typeface="Sitka Banner Semibold" pitchFamily="2" charset="0"/>
                <a:ea typeface="Times New Roman" panose="02020603050405020304" pitchFamily="18" charset="0"/>
              </a:rPr>
              <a:t> </a:t>
            </a:r>
            <a:r>
              <a:rPr lang="en-US" sz="2400" dirty="0">
                <a:effectLst/>
                <a:latin typeface="Sitka Banner Semibold" pitchFamily="2" charset="0"/>
                <a:ea typeface="Times New Roman" panose="02020603050405020304" pitchFamily="18" charset="0"/>
              </a:rPr>
              <a:t>guidance</a:t>
            </a:r>
            <a:r>
              <a:rPr lang="en-US" sz="2400" spc="-30" dirty="0">
                <a:effectLst/>
                <a:latin typeface="Sitka Banner Semibold" pitchFamily="2" charset="0"/>
                <a:ea typeface="Times New Roman" panose="02020603050405020304" pitchFamily="18" charset="0"/>
              </a:rPr>
              <a:t> </a:t>
            </a:r>
            <a:r>
              <a:rPr lang="en-US" sz="2400" spc="-25" dirty="0">
                <a:effectLst/>
                <a:latin typeface="Sitka Banner Semibold" pitchFamily="2" charset="0"/>
                <a:ea typeface="Times New Roman" panose="02020603050405020304" pitchFamily="18" charset="0"/>
              </a:rPr>
              <a:t>of</a:t>
            </a:r>
            <a:endParaRPr lang="en-US" sz="2400" spc="-25" dirty="0">
              <a:effectLst/>
              <a:latin typeface="Sitka Banner Semibold" pitchFamily="2" charset="0"/>
              <a:ea typeface="Times New Roman" panose="02020603050405020304" pitchFamily="18" charset="0"/>
            </a:endParaRPr>
          </a:p>
          <a:p>
            <a:pPr marR="16510" algn="ctr">
              <a:spcBef>
                <a:spcPts val="805"/>
              </a:spcBef>
              <a:buNone/>
            </a:pPr>
            <a:r>
              <a:rPr lang="en-US" sz="2400" dirty="0">
                <a:effectLst/>
                <a:latin typeface="Sitka Banner Semibold" pitchFamily="2" charset="0"/>
                <a:ea typeface="Times New Roman" panose="02020603050405020304" pitchFamily="18" charset="0"/>
              </a:rPr>
              <a:t>Dr. V. Sireesha</a:t>
            </a:r>
            <a:endParaRPr lang="en-IN" dirty="0">
              <a:effectLst/>
              <a:latin typeface="Sitka Banner Semibold" pitchFamily="2" charset="0"/>
              <a:ea typeface="Times New Roman" panose="02020603050405020304" pitchFamily="18" charset="0"/>
            </a:endParaRPr>
          </a:p>
          <a:p>
            <a:pPr marR="16510" algn="ctr">
              <a:spcBef>
                <a:spcPts val="805"/>
              </a:spcBef>
              <a:buNone/>
            </a:pPr>
            <a:r>
              <a:rPr lang="en-US" sz="2400" spc="-10" dirty="0">
                <a:effectLst/>
                <a:latin typeface="Sitka Banner Semibold" pitchFamily="2" charset="0"/>
                <a:ea typeface="Times New Roman" panose="02020603050405020304" pitchFamily="18" charset="0"/>
              </a:rPr>
              <a:t>Professor,</a:t>
            </a:r>
            <a:r>
              <a:rPr lang="en-US" sz="2400" spc="50" dirty="0">
                <a:effectLst/>
                <a:latin typeface="Sitka Banner Semibold" pitchFamily="2" charset="0"/>
                <a:ea typeface="Times New Roman" panose="02020603050405020304" pitchFamily="18" charset="0"/>
              </a:rPr>
              <a:t> </a:t>
            </a:r>
            <a:r>
              <a:rPr lang="en-US" sz="2400" spc="-10" dirty="0">
                <a:effectLst/>
                <a:latin typeface="Sitka Banner Semibold" pitchFamily="2" charset="0"/>
                <a:ea typeface="Times New Roman" panose="02020603050405020304" pitchFamily="18" charset="0"/>
              </a:rPr>
              <a:t>Department of CSE</a:t>
            </a:r>
            <a:endParaRPr lang="en-IN" dirty="0">
              <a:effectLst/>
              <a:latin typeface="Sitka Banner Semibold" pitchFamily="2" charset="0"/>
              <a:ea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9666" y="331787"/>
            <a:ext cx="6096000" cy="923330"/>
          </a:xfrm>
          <a:prstGeom prst="rect">
            <a:avLst/>
          </a:prstGeom>
          <a:noFill/>
        </p:spPr>
        <p:txBody>
          <a:bodyPr wrap="square">
            <a:spAutoFit/>
          </a:bodyPr>
          <a:lstStyle/>
          <a:p>
            <a:r>
              <a:rPr lang="en-IN" sz="5400" b="1" dirty="0">
                <a:latin typeface="Rockwell" panose="02060603020205020403" pitchFamily="18" charset="0"/>
              </a:rPr>
              <a:t>Abstract</a:t>
            </a:r>
            <a:endParaRPr lang="en-IN" sz="5400" b="1" dirty="0">
              <a:latin typeface="Rockwell" panose="02060603020205020403" pitchFamily="18" charset="0"/>
            </a:endParaRPr>
          </a:p>
        </p:txBody>
      </p:sp>
      <p:sp>
        <p:nvSpPr>
          <p:cNvPr id="4" name="TextBox 3"/>
          <p:cNvSpPr txBox="1"/>
          <p:nvPr/>
        </p:nvSpPr>
        <p:spPr>
          <a:xfrm>
            <a:off x="416893" y="1458340"/>
            <a:ext cx="11358214" cy="3415030"/>
          </a:xfrm>
          <a:prstGeom prst="rect">
            <a:avLst/>
          </a:prstGeom>
          <a:noFill/>
        </p:spPr>
        <p:txBody>
          <a:bodyPr wrap="square">
            <a:spAutoFit/>
          </a:bodyPr>
          <a:lstStyle/>
          <a:p>
            <a:r>
              <a:rPr lang="en-IN" dirty="0">
                <a:latin typeface="Sitka Small" panose="02000505000000020004" pitchFamily="2" charset="0"/>
              </a:rPr>
              <a:t>         </a:t>
            </a:r>
            <a:endParaRPr lang="en-US" altLang="en-US" dirty="0">
              <a:latin typeface="Sitka Small" panose="02000505000000020004" pitchFamily="2" charset="0"/>
            </a:endParaRPr>
          </a:p>
          <a:p>
            <a:r>
              <a:rPr lang="en-US" altLang="en-US" dirty="0">
                <a:latin typeface="Sitka Small" panose="02000505000000020004" pitchFamily="2" charset="0"/>
              </a:rPr>
              <a:t>Job seekers often face difficulties in finding suitable opportunities because of the large number of job postings and basic keyword-based search systems.</a:t>
            </a:r>
            <a:endParaRPr lang="en-US" altLang="en-US" dirty="0">
              <a:latin typeface="Sitka Small" panose="02000505000000020004" pitchFamily="2" charset="0"/>
            </a:endParaRPr>
          </a:p>
          <a:p>
            <a:endParaRPr lang="en-US" altLang="en-US" dirty="0">
              <a:latin typeface="Sitka Small" panose="02000505000000020004" pitchFamily="2" charset="0"/>
            </a:endParaRPr>
          </a:p>
          <a:p>
            <a:r>
              <a:rPr lang="en-US" altLang="en-US" dirty="0">
                <a:latin typeface="Sitka Small" panose="02000505000000020004" pitchFamily="2" charset="0"/>
              </a:rPr>
              <a:t>The Intelligent Job Portal is designed to efficiently connect job seekers with relevant job opportunities using advanced Data Structures and Algorithms. The system uses string matching, Dynamic Programming, hashing, sorting, priority queues, and graph-based techniques for efficient searching and candidate-job matching.</a:t>
            </a:r>
            <a:endParaRPr lang="en-US" altLang="en-US" dirty="0">
              <a:latin typeface="Sitka Small" panose="02000505000000020004" pitchFamily="2" charset="0"/>
            </a:endParaRPr>
          </a:p>
          <a:p>
            <a:endParaRPr lang="en-US" altLang="en-US" dirty="0">
              <a:latin typeface="Sitka Small" panose="02000505000000020004" pitchFamily="2" charset="0"/>
            </a:endParaRPr>
          </a:p>
          <a:p>
            <a:r>
              <a:rPr lang="en-US" altLang="en-US" dirty="0">
                <a:latin typeface="Sitka Small" panose="02000505000000020004" pitchFamily="2" charset="0"/>
              </a:rPr>
              <a:t>Algorithms such as KMP, Rabin-Karp, Z-algorithm, and Edit Distance improve search and skill matching, while sorting and priority queues help rank the most relevant jobs. The system aims to make job searching faster, more accurate, and efficient.</a:t>
            </a:r>
            <a:endParaRPr lang="en-US" altLang="en-US" dirty="0">
              <a:latin typeface="Sitka Small" panose="02000505000000020004" pitchFamily="2" charset="0"/>
            </a:endParaRPr>
          </a:p>
        </p:txBody>
      </p:sp>
      <p:pic>
        <p:nvPicPr>
          <p:cNvPr id="5" name="Picture 4"/>
          <p:cNvPicPr>
            <a:picLocks noChangeAspect="1"/>
          </p:cNvPicPr>
          <p:nvPr/>
        </p:nvPicPr>
        <p:blipFill>
          <a:blip r:embed="rId1"/>
          <a:stretch>
            <a:fillRect/>
          </a:stretch>
        </p:blipFill>
        <p:spPr>
          <a:xfrm>
            <a:off x="9537192" y="0"/>
            <a:ext cx="2654808" cy="145828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91440" y="83172"/>
            <a:ext cx="11942064" cy="3999865"/>
          </a:xfrm>
          <a:prstGeom prst="rect">
            <a:avLst/>
          </a:prstGeom>
          <a:noFill/>
          <a:ln w="28575">
            <a:solidFill>
              <a:srgbClr val="000000"/>
            </a:solidFill>
            <a:prstDash val="solid"/>
          </a:ln>
          <a:effectLst/>
        </p:spPr>
        <p:txBody>
          <a:bodyPr wrap="square">
            <a:spAutoFit/>
          </a:bodyPr>
          <a:lstStyle/>
          <a:p>
            <a:r>
              <a:rPr lang="en-IN" sz="4400" b="1" dirty="0">
                <a:latin typeface="Rockwell" panose="02060603020205020403" pitchFamily="18" charset="0"/>
              </a:rPr>
              <a:t>Problem Statement:</a:t>
            </a:r>
            <a:endParaRPr lang="en-IN" sz="4400" b="1" dirty="0">
              <a:latin typeface="Rockwell" panose="02060603020205020403" pitchFamily="18" charset="0"/>
            </a:endParaRPr>
          </a:p>
          <a:p>
            <a:r>
              <a:rPr lang="en-IN" dirty="0">
                <a:latin typeface="+mj-lt"/>
              </a:rPr>
              <a:t>  </a:t>
            </a:r>
            <a:r>
              <a:rPr lang="en-US" altLang="en-US" sz="1600" dirty="0">
                <a:latin typeface="Arial" panose="020B0604020202020204" pitchFamily="34" charset="0"/>
                <a:cs typeface="Arial" panose="020B0604020202020204" pitchFamily="34" charset="0"/>
              </a:rPr>
              <a:t>The current job-search process involves a large number of job postings and candidate profiles, making it difficult to find suitable opportunities efficiently.</a:t>
            </a:r>
            <a:endParaRPr lang="en-US" altLang="en-US" sz="1600" dirty="0">
              <a:latin typeface="Arial" panose="020B0604020202020204" pitchFamily="34" charset="0"/>
              <a:cs typeface="Arial" panose="020B0604020202020204" pitchFamily="34" charset="0"/>
            </a:endParaRPr>
          </a:p>
          <a:p>
            <a:endParaRPr lang="en-US" altLang="en-US" sz="1600" dirty="0">
              <a:latin typeface="Arial" panose="020B0604020202020204" pitchFamily="34" charset="0"/>
              <a:cs typeface="Arial" panose="020B0604020202020204" pitchFamily="34" charset="0"/>
            </a:endParaRPr>
          </a:p>
          <a:p>
            <a:r>
              <a:rPr lang="en-US" altLang="en-US" sz="1600" dirty="0">
                <a:latin typeface="Arial" panose="020B0604020202020204" pitchFamily="34" charset="0"/>
                <a:cs typeface="Arial" panose="020B0604020202020204" pitchFamily="34" charset="0"/>
              </a:rPr>
              <a:t>Existing systems face several challenges:</a:t>
            </a:r>
            <a:endParaRPr lang="en-US" alt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en-US" sz="1600" dirty="0">
                <a:latin typeface="Arial" panose="020B0604020202020204" pitchFamily="34" charset="0"/>
                <a:cs typeface="Arial" panose="020B0604020202020204" pitchFamily="34" charset="0"/>
              </a:rPr>
              <a:t>Manual job searching is time-consuming.</a:t>
            </a:r>
            <a:endParaRPr lang="en-US" alt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en-US" sz="1600" dirty="0">
                <a:latin typeface="Arial" panose="020B0604020202020204" pitchFamily="34" charset="0"/>
                <a:cs typeface="Arial" panose="020B0604020202020204" pitchFamily="34" charset="0"/>
              </a:rPr>
              <a:t>Basic keyword searches may miss relevant jobs.</a:t>
            </a:r>
            <a:endParaRPr lang="en-US" alt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en-US" sz="1600" dirty="0">
                <a:latin typeface="Arial" panose="020B0604020202020204" pitchFamily="34" charset="0"/>
                <a:cs typeface="Arial" panose="020B0604020202020204" pitchFamily="34" charset="0"/>
              </a:rPr>
              <a:t>Skill mismatches make job selection difficult.</a:t>
            </a:r>
            <a:endParaRPr lang="en-US" alt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en-US" sz="1600" dirty="0">
                <a:latin typeface="Arial" panose="020B0604020202020204" pitchFamily="34" charset="0"/>
                <a:cs typeface="Arial" panose="020B0604020202020204" pitchFamily="34" charset="0"/>
              </a:rPr>
              <a:t>Large numbers of job postings increase search time.</a:t>
            </a:r>
            <a:endParaRPr lang="en-US" alt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en-US" sz="1600" dirty="0">
                <a:latin typeface="Arial" panose="020B0604020202020204" pitchFamily="34" charset="0"/>
                <a:cs typeface="Arial" panose="020B0604020202020204" pitchFamily="34" charset="0"/>
              </a:rPr>
              <a:t>Ranking suitable jobs accurately is challenging.</a:t>
            </a:r>
            <a:endParaRPr lang="en-US" alt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en-US" sz="1600" dirty="0">
                <a:latin typeface="Arial" panose="020B0604020202020204" pitchFamily="34" charset="0"/>
                <a:cs typeface="Arial" panose="020B0604020202020204" pitchFamily="34" charset="0"/>
              </a:rPr>
              <a:t>Finding the best candidate-job match can be inefficient.</a:t>
            </a:r>
            <a:endParaRPr lang="en-US" altLang="en-US" sz="1600" dirty="0">
              <a:latin typeface="Arial" panose="020B0604020202020204" pitchFamily="34" charset="0"/>
              <a:cs typeface="Arial" panose="020B0604020202020204" pitchFamily="34" charset="0"/>
            </a:endParaRPr>
          </a:p>
          <a:p>
            <a:endParaRPr lang="en-US" altLang="en-US" sz="1600" dirty="0">
              <a:latin typeface="Arial" panose="020B0604020202020204" pitchFamily="34" charset="0"/>
              <a:cs typeface="Arial" panose="020B0604020202020204" pitchFamily="34" charset="0"/>
            </a:endParaRPr>
          </a:p>
          <a:p>
            <a:r>
              <a:rPr lang="en-US" altLang="en-US" sz="1600" dirty="0">
                <a:latin typeface="Arial" panose="020B0604020202020204" pitchFamily="34" charset="0"/>
                <a:cs typeface="Arial" panose="020B0604020202020204" pitchFamily="34" charset="0"/>
              </a:rPr>
              <a:t>Therefore, there is a need for an intelligent, efficient, and scalable job portal that can quickly search, match, and rank jobs using advanced algorithms.</a:t>
            </a:r>
            <a:endParaRPr lang="en-US" altLang="en-US" sz="1600" dirty="0">
              <a:latin typeface="Arial" panose="020B0604020202020204" pitchFamily="34" charset="0"/>
              <a:cs typeface="Arial" panose="020B0604020202020204" pitchFamily="34" charset="0"/>
            </a:endParaRPr>
          </a:p>
        </p:txBody>
      </p:sp>
      <p:sp>
        <p:nvSpPr>
          <p:cNvPr id="9" name="Rectangle: Rounded Corners 8"/>
          <p:cNvSpPr/>
          <p:nvPr/>
        </p:nvSpPr>
        <p:spPr>
          <a:xfrm>
            <a:off x="463296" y="4295119"/>
            <a:ext cx="11265408" cy="2479709"/>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11" name="Picture 10"/>
          <p:cNvPicPr>
            <a:picLocks noChangeAspect="1"/>
          </p:cNvPicPr>
          <p:nvPr/>
        </p:nvPicPr>
        <p:blipFill>
          <a:blip r:embed="rId1"/>
          <a:stretch>
            <a:fillRect/>
          </a:stretch>
        </p:blipFill>
        <p:spPr>
          <a:xfrm>
            <a:off x="9939528" y="0"/>
            <a:ext cx="2252472" cy="1380744"/>
          </a:xfrm>
          <a:prstGeom prst="rect">
            <a:avLst/>
          </a:prstGeom>
        </p:spPr>
      </p:pic>
      <p:sp>
        <p:nvSpPr>
          <p:cNvPr id="2" name="TextBox 1"/>
          <p:cNvSpPr txBox="1"/>
          <p:nvPr/>
        </p:nvSpPr>
        <p:spPr>
          <a:xfrm>
            <a:off x="1330452" y="4279469"/>
            <a:ext cx="8865108" cy="523220"/>
          </a:xfrm>
          <a:prstGeom prst="rect">
            <a:avLst/>
          </a:prstGeom>
          <a:noFill/>
        </p:spPr>
        <p:txBody>
          <a:bodyPr wrap="square" rtlCol="0">
            <a:spAutoFit/>
          </a:bodyPr>
          <a:lstStyle/>
          <a:p>
            <a:pPr algn="ctr"/>
            <a:r>
              <a:rPr lang="en-US" sz="2800" dirty="0">
                <a:latin typeface="Tahoma" panose="020B0604030504040204" pitchFamily="34" charset="0"/>
                <a:ea typeface="Tahoma" panose="020B0604030504040204" pitchFamily="34" charset="0"/>
                <a:cs typeface="Tahoma" panose="020B0604030504040204" pitchFamily="34" charset="0"/>
              </a:rPr>
              <a:t>WHY THIS PROJECT ?</a:t>
            </a:r>
            <a:endParaRPr lang="en-US" sz="2800" dirty="0">
              <a:latin typeface="Tahoma" panose="020B0604030504040204" pitchFamily="34" charset="0"/>
              <a:ea typeface="Tahoma" panose="020B0604030504040204" pitchFamily="34" charset="0"/>
              <a:cs typeface="Tahoma" panose="020B0604030504040204" pitchFamily="34" charset="0"/>
            </a:endParaRPr>
          </a:p>
        </p:txBody>
      </p:sp>
      <p:sp>
        <p:nvSpPr>
          <p:cNvPr id="6" name="TextBox 5"/>
          <p:cNvSpPr txBox="1"/>
          <p:nvPr/>
        </p:nvSpPr>
        <p:spPr>
          <a:xfrm>
            <a:off x="1314450" y="4765270"/>
            <a:ext cx="4448556" cy="1630045"/>
          </a:xfrm>
          <a:prstGeom prst="rect">
            <a:avLst/>
          </a:prstGeom>
          <a:noFill/>
        </p:spPr>
        <p:txBody>
          <a:bodyPr wrap="square" numCol="1" rtlCol="0">
            <a:spAutoFit/>
          </a:bodyPr>
          <a:lstStyle/>
          <a:p>
            <a:r>
              <a:rPr lang="en-IN" sz="2000" b="1" dirty="0">
                <a:latin typeface="Tahoma" panose="020B0604030504040204" pitchFamily="34" charset="0"/>
                <a:ea typeface="Tahoma" panose="020B0604030504040204" pitchFamily="34" charset="0"/>
                <a:cs typeface="Tahoma" panose="020B0604030504040204" pitchFamily="34" charset="0"/>
              </a:rPr>
              <a:t>Existing System</a:t>
            </a:r>
            <a:endParaRPr lang="en-IN" sz="2000" b="1" dirty="0">
              <a:latin typeface="Tahoma" panose="020B0604030504040204" pitchFamily="34" charset="0"/>
              <a:ea typeface="Tahoma" panose="020B0604030504040204" pitchFamily="34" charset="0"/>
              <a:cs typeface="Tahoma" panose="020B0604030504040204" pitchFamily="34" charset="0"/>
            </a:endParaRPr>
          </a:p>
          <a:p>
            <a:pPr marL="342900" indent="-342900">
              <a:buFont typeface="Arial" panose="020B0604020202020204" pitchFamily="34" charset="0"/>
              <a:buChar char="•"/>
            </a:pPr>
            <a:r>
              <a:rPr lang="en-US" altLang="en-US" sz="1600" dirty="0">
                <a:latin typeface="Tahoma" panose="020B0604030504040204" pitchFamily="34" charset="0"/>
                <a:ea typeface="Tahoma" panose="020B0604030504040204" pitchFamily="34" charset="0"/>
                <a:cs typeface="Tahoma" panose="020B0604030504040204" pitchFamily="34" charset="0"/>
              </a:rPr>
              <a:t>Basic keyword search</a:t>
            </a:r>
            <a:endParaRPr lang="en-US" altLang="en-US" sz="1600" dirty="0">
              <a:latin typeface="Tahoma" panose="020B0604030504040204" pitchFamily="34" charset="0"/>
              <a:ea typeface="Tahoma" panose="020B0604030504040204" pitchFamily="34" charset="0"/>
              <a:cs typeface="Tahoma" panose="020B0604030504040204" pitchFamily="34" charset="0"/>
            </a:endParaRPr>
          </a:p>
          <a:p>
            <a:pPr marL="342900" indent="-342900">
              <a:buFont typeface="Arial" panose="020B0604020202020204" pitchFamily="34" charset="0"/>
              <a:buChar char="•"/>
            </a:pPr>
            <a:r>
              <a:rPr lang="en-US" altLang="en-US" sz="1600" dirty="0">
                <a:latin typeface="Tahoma" panose="020B0604030504040204" pitchFamily="34" charset="0"/>
                <a:ea typeface="Tahoma" panose="020B0604030504040204" pitchFamily="34" charset="0"/>
                <a:cs typeface="Tahoma" panose="020B0604030504040204" pitchFamily="34" charset="0"/>
              </a:rPr>
              <a:t>Manual job selection</a:t>
            </a:r>
            <a:endParaRPr lang="en-US" altLang="en-US" sz="1600" dirty="0">
              <a:latin typeface="Tahoma" panose="020B0604030504040204" pitchFamily="34" charset="0"/>
              <a:ea typeface="Tahoma" panose="020B0604030504040204" pitchFamily="34" charset="0"/>
              <a:cs typeface="Tahoma" panose="020B0604030504040204" pitchFamily="34" charset="0"/>
            </a:endParaRPr>
          </a:p>
          <a:p>
            <a:pPr marL="342900" indent="-342900">
              <a:buFont typeface="Arial" panose="020B0604020202020204" pitchFamily="34" charset="0"/>
              <a:buChar char="•"/>
            </a:pPr>
            <a:r>
              <a:rPr lang="en-US" altLang="en-US" sz="1600" dirty="0">
                <a:latin typeface="Tahoma" panose="020B0604030504040204" pitchFamily="34" charset="0"/>
                <a:ea typeface="Tahoma" panose="020B0604030504040204" pitchFamily="34" charset="0"/>
                <a:cs typeface="Tahoma" panose="020B0604030504040204" pitchFamily="34" charset="0"/>
              </a:rPr>
              <a:t>Slow searching</a:t>
            </a:r>
            <a:endParaRPr lang="en-US" altLang="en-US" sz="1600" dirty="0">
              <a:latin typeface="Tahoma" panose="020B0604030504040204" pitchFamily="34" charset="0"/>
              <a:ea typeface="Tahoma" panose="020B0604030504040204" pitchFamily="34" charset="0"/>
              <a:cs typeface="Tahoma" panose="020B0604030504040204" pitchFamily="34" charset="0"/>
            </a:endParaRPr>
          </a:p>
          <a:p>
            <a:pPr marL="342900" indent="-342900">
              <a:buFont typeface="Arial" panose="020B0604020202020204" pitchFamily="34" charset="0"/>
              <a:buChar char="•"/>
            </a:pPr>
            <a:r>
              <a:rPr lang="en-US" altLang="en-US" sz="1600" dirty="0">
                <a:latin typeface="Tahoma" panose="020B0604030504040204" pitchFamily="34" charset="0"/>
                <a:ea typeface="Tahoma" panose="020B0604030504040204" pitchFamily="34" charset="0"/>
                <a:cs typeface="Tahoma" panose="020B0604030504040204" pitchFamily="34" charset="0"/>
              </a:rPr>
              <a:t>Limited skill matching</a:t>
            </a:r>
            <a:endParaRPr lang="en-US" altLang="en-US" sz="1600" dirty="0">
              <a:latin typeface="Tahoma" panose="020B0604030504040204" pitchFamily="34" charset="0"/>
              <a:ea typeface="Tahoma" panose="020B0604030504040204" pitchFamily="34" charset="0"/>
              <a:cs typeface="Tahoma" panose="020B0604030504040204" pitchFamily="34" charset="0"/>
            </a:endParaRPr>
          </a:p>
          <a:p>
            <a:pPr marL="342900" indent="-342900">
              <a:buFont typeface="Arial" panose="020B0604020202020204" pitchFamily="34" charset="0"/>
              <a:buChar char="•"/>
            </a:pPr>
            <a:r>
              <a:rPr lang="en-US" altLang="en-US" sz="1600" dirty="0">
                <a:latin typeface="Tahoma" panose="020B0604030504040204" pitchFamily="34" charset="0"/>
                <a:ea typeface="Tahoma" panose="020B0604030504040204" pitchFamily="34" charset="0"/>
                <a:cs typeface="Tahoma" panose="020B0604030504040204" pitchFamily="34" charset="0"/>
              </a:rPr>
              <a:t>No intelligent ranking</a:t>
            </a:r>
            <a:endParaRPr lang="en-US" alt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8" name="TextBox 7"/>
          <p:cNvSpPr txBox="1"/>
          <p:nvPr/>
        </p:nvSpPr>
        <p:spPr>
          <a:xfrm>
            <a:off x="6986016" y="4841903"/>
            <a:ext cx="4315968" cy="1630045"/>
          </a:xfrm>
          <a:prstGeom prst="rect">
            <a:avLst/>
          </a:prstGeom>
          <a:noFill/>
        </p:spPr>
        <p:txBody>
          <a:bodyPr wrap="square" rtlCol="0">
            <a:spAutoFit/>
          </a:bodyPr>
          <a:lstStyle/>
          <a:p>
            <a:r>
              <a:rPr lang="en-IN" sz="2000" b="1" dirty="0">
                <a:latin typeface="Tahoma" panose="020B0604030504040204" pitchFamily="34" charset="0"/>
                <a:ea typeface="Tahoma" panose="020B0604030504040204" pitchFamily="34" charset="0"/>
                <a:cs typeface="Tahoma" panose="020B0604030504040204" pitchFamily="34" charset="0"/>
              </a:rPr>
              <a:t>Proposed System</a:t>
            </a:r>
            <a:endParaRPr lang="en-IN" sz="2000" b="1" dirty="0">
              <a:latin typeface="Tahoma" panose="020B0604030504040204" pitchFamily="34" charset="0"/>
              <a:ea typeface="Tahoma" panose="020B0604030504040204" pitchFamily="34" charset="0"/>
              <a:cs typeface="Tahoma" panose="020B0604030504040204" pitchFamily="34" charset="0"/>
            </a:endParaRPr>
          </a:p>
          <a:p>
            <a:pPr marL="342900" indent="-342900">
              <a:buFont typeface="Arial" panose="020B0604020202020204" pitchFamily="34" charset="0"/>
              <a:buChar char="•"/>
            </a:pPr>
            <a:r>
              <a:rPr lang="en-US" altLang="en-US" sz="1600" dirty="0">
                <a:latin typeface="Tahoma" panose="020B0604030504040204" pitchFamily="34" charset="0"/>
                <a:ea typeface="Tahoma" panose="020B0604030504040204" pitchFamily="34" charset="0"/>
                <a:cs typeface="Tahoma" panose="020B0604030504040204" pitchFamily="34" charset="0"/>
              </a:rPr>
              <a:t>Efficient job indexing</a:t>
            </a:r>
            <a:endParaRPr lang="en-US" altLang="en-US" sz="1600" dirty="0">
              <a:latin typeface="Tahoma" panose="020B0604030504040204" pitchFamily="34" charset="0"/>
              <a:ea typeface="Tahoma" panose="020B0604030504040204" pitchFamily="34" charset="0"/>
              <a:cs typeface="Tahoma" panose="020B0604030504040204" pitchFamily="34" charset="0"/>
            </a:endParaRPr>
          </a:p>
          <a:p>
            <a:pPr marL="342900" indent="-342900">
              <a:buFont typeface="Arial" panose="020B0604020202020204" pitchFamily="34" charset="0"/>
              <a:buChar char="•"/>
            </a:pPr>
            <a:r>
              <a:rPr lang="en-US" altLang="en-US" sz="1600" dirty="0">
                <a:latin typeface="Tahoma" panose="020B0604030504040204" pitchFamily="34" charset="0"/>
                <a:ea typeface="Tahoma" panose="020B0604030504040204" pitchFamily="34" charset="0"/>
                <a:cs typeface="Tahoma" panose="020B0604030504040204" pitchFamily="34" charset="0"/>
              </a:rPr>
              <a:t>Fast string searching</a:t>
            </a:r>
            <a:endParaRPr lang="en-US" altLang="en-US" sz="1600" dirty="0">
              <a:latin typeface="Tahoma" panose="020B0604030504040204" pitchFamily="34" charset="0"/>
              <a:ea typeface="Tahoma" panose="020B0604030504040204" pitchFamily="34" charset="0"/>
              <a:cs typeface="Tahoma" panose="020B0604030504040204" pitchFamily="34" charset="0"/>
            </a:endParaRPr>
          </a:p>
          <a:p>
            <a:pPr marL="342900" indent="-342900">
              <a:buFont typeface="Arial" panose="020B0604020202020204" pitchFamily="34" charset="0"/>
              <a:buChar char="•"/>
            </a:pPr>
            <a:r>
              <a:rPr lang="en-US" altLang="en-US" sz="1600" dirty="0">
                <a:latin typeface="Tahoma" panose="020B0604030504040204" pitchFamily="34" charset="0"/>
                <a:ea typeface="Tahoma" panose="020B0604030504040204" pitchFamily="34" charset="0"/>
                <a:cs typeface="Tahoma" panose="020B0604030504040204" pitchFamily="34" charset="0"/>
              </a:rPr>
              <a:t>Intelligent skill matching</a:t>
            </a:r>
            <a:endParaRPr lang="en-US" altLang="en-US" sz="1600" dirty="0">
              <a:latin typeface="Tahoma" panose="020B0604030504040204" pitchFamily="34" charset="0"/>
              <a:ea typeface="Tahoma" panose="020B0604030504040204" pitchFamily="34" charset="0"/>
              <a:cs typeface="Tahoma" panose="020B0604030504040204" pitchFamily="34" charset="0"/>
            </a:endParaRPr>
          </a:p>
          <a:p>
            <a:pPr marL="342900" indent="-342900">
              <a:buFont typeface="Arial" panose="020B0604020202020204" pitchFamily="34" charset="0"/>
              <a:buChar char="•"/>
            </a:pPr>
            <a:r>
              <a:rPr lang="en-US" altLang="en-US" sz="1600" dirty="0">
                <a:latin typeface="Tahoma" panose="020B0604030504040204" pitchFamily="34" charset="0"/>
                <a:ea typeface="Tahoma" panose="020B0604030504040204" pitchFamily="34" charset="0"/>
                <a:cs typeface="Tahoma" panose="020B0604030504040204" pitchFamily="34" charset="0"/>
              </a:rPr>
              <a:t>Relevant job ranking</a:t>
            </a:r>
            <a:endParaRPr lang="en-US" altLang="en-US" sz="1600" dirty="0">
              <a:latin typeface="Tahoma" panose="020B0604030504040204" pitchFamily="34" charset="0"/>
              <a:ea typeface="Tahoma" panose="020B0604030504040204" pitchFamily="34" charset="0"/>
              <a:cs typeface="Tahoma" panose="020B0604030504040204" pitchFamily="34" charset="0"/>
            </a:endParaRPr>
          </a:p>
          <a:p>
            <a:pPr marL="342900" indent="-342900">
              <a:buFont typeface="Arial" panose="020B0604020202020204" pitchFamily="34" charset="0"/>
              <a:buChar char="•"/>
            </a:pPr>
            <a:r>
              <a:rPr lang="en-US" altLang="en-US" sz="1600" dirty="0">
                <a:latin typeface="Tahoma" panose="020B0604030504040204" pitchFamily="34" charset="0"/>
                <a:ea typeface="Tahoma" panose="020B0604030504040204" pitchFamily="34" charset="0"/>
                <a:cs typeface="Tahoma" panose="020B0604030504040204" pitchFamily="34" charset="0"/>
              </a:rPr>
              <a:t>Reduced search time</a:t>
            </a:r>
            <a:endParaRPr lang="en-US" altLang="en-US" sz="1600"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8676" y="129085"/>
            <a:ext cx="9583964" cy="923330"/>
          </a:xfrm>
          <a:prstGeom prst="rect">
            <a:avLst/>
          </a:prstGeom>
          <a:noFill/>
        </p:spPr>
        <p:txBody>
          <a:bodyPr wrap="square">
            <a:spAutoFit/>
          </a:bodyPr>
          <a:lstStyle/>
          <a:p>
            <a:r>
              <a:rPr lang="en-IN" sz="5400" b="1" dirty="0">
                <a:latin typeface="Rockwell" panose="02060603020205020403" pitchFamily="18" charset="0"/>
              </a:rPr>
              <a:t>Proposed Functionalities</a:t>
            </a:r>
            <a:endParaRPr lang="en-IN" sz="5400" b="1" dirty="0">
              <a:latin typeface="Rockwell" panose="02060603020205020403" pitchFamily="18" charset="0"/>
            </a:endParaRPr>
          </a:p>
        </p:txBody>
      </p:sp>
      <p:graphicFrame>
        <p:nvGraphicFramePr>
          <p:cNvPr id="6" name="Table 5"/>
          <p:cNvGraphicFramePr>
            <a:graphicFrameLocks noGrp="1"/>
          </p:cNvGraphicFramePr>
          <p:nvPr/>
        </p:nvGraphicFramePr>
        <p:xfrm>
          <a:off x="681990" y="1181735"/>
          <a:ext cx="11021695" cy="5305425"/>
        </p:xfrm>
        <a:graphic>
          <a:graphicData uri="http://schemas.openxmlformats.org/drawingml/2006/table">
            <a:tbl>
              <a:tblPr>
                <a:tableStyleId>{2D5ABB26-0587-4C30-8999-92F81FD0307C}</a:tableStyleId>
              </a:tblPr>
              <a:tblGrid>
                <a:gridCol w="2933700"/>
                <a:gridCol w="8087995"/>
              </a:tblGrid>
              <a:tr h="344805">
                <a:tc>
                  <a:txBody>
                    <a:bodyPr/>
                    <a:lstStyle/>
                    <a:p>
                      <a:r>
                        <a:rPr sz="2000" b="1"/>
                        <a:t>Functionality</a:t>
                      </a:r>
                      <a:endParaRPr sz="2000" b="1"/>
                    </a:p>
                  </a:txBody>
                  <a:tcPr marL="0" marR="0" marT="0" marB="0" anchor="ctr" anchorCtr="0"/>
                </a:tc>
                <a:tc>
                  <a:txBody>
                    <a:bodyPr/>
                    <a:lstStyle/>
                    <a:p>
                      <a:r>
                        <a:rPr sz="2000" b="1"/>
                        <a:t>Description</a:t>
                      </a:r>
                      <a:endParaRPr sz="2000" b="1"/>
                    </a:p>
                  </a:txBody>
                  <a:tcPr marL="0" marR="0" marT="0" marB="0" anchor="ctr" anchorCtr="0"/>
                </a:tc>
              </a:tr>
              <a:tr h="415290">
                <a:tc>
                  <a:txBody>
                    <a:bodyPr/>
                    <a:lstStyle/>
                    <a:p>
                      <a:r>
                        <a:rPr sz="1600" b="1"/>
                        <a:t>User Registration &amp; Login</a:t>
                      </a:r>
                      <a:endParaRPr sz="1600" b="1"/>
                    </a:p>
                  </a:txBody>
                  <a:tcPr marL="0" marR="0" marT="0" marB="0" anchor="ctr" anchorCtr="0"/>
                </a:tc>
                <a:tc>
                  <a:txBody>
                    <a:bodyPr/>
                    <a:lstStyle/>
                    <a:p>
                      <a:r>
                        <a:rPr sz="1600">
                          <a:latin typeface="Arial" panose="020B0604020202020204" pitchFamily="34" charset="0"/>
                          <a:cs typeface="Arial" panose="020B0604020202020204" pitchFamily="34" charset="0"/>
                        </a:rPr>
                        <a:t>Allow job seekers and recruiters to securely create accounts and access the portal.</a:t>
                      </a:r>
                      <a:endParaRPr sz="1600">
                        <a:latin typeface="Arial" panose="020B0604020202020204" pitchFamily="34" charset="0"/>
                        <a:cs typeface="Arial" panose="020B0604020202020204" pitchFamily="34" charset="0"/>
                      </a:endParaRPr>
                    </a:p>
                  </a:txBody>
                  <a:tcPr marL="0" marR="0" marT="0" marB="0" anchor="ctr" anchorCtr="0"/>
                </a:tc>
              </a:tr>
              <a:tr h="415290">
                <a:tc>
                  <a:txBody>
                    <a:bodyPr/>
                    <a:lstStyle/>
                    <a:p>
                      <a:r>
                        <a:rPr sz="1600" b="1"/>
                        <a:t>Job Posting</a:t>
                      </a:r>
                      <a:endParaRPr sz="1600" b="1"/>
                    </a:p>
                  </a:txBody>
                  <a:tcPr marL="0" marR="0" marT="0" marB="0" anchor="ctr" anchorCtr="0"/>
                </a:tc>
                <a:tc>
                  <a:txBody>
                    <a:bodyPr/>
                    <a:lstStyle/>
                    <a:p>
                      <a:r>
                        <a:rPr sz="1600">
                          <a:latin typeface="Arial" panose="020B0604020202020204" pitchFamily="34" charset="0"/>
                          <a:cs typeface="Arial" panose="020B0604020202020204" pitchFamily="34" charset="0"/>
                        </a:rPr>
                        <a:t>Recruiters can add job details such as skills, qualification, salary, and experience.</a:t>
                      </a:r>
                      <a:endParaRPr sz="1600">
                        <a:latin typeface="Arial" panose="020B0604020202020204" pitchFamily="34" charset="0"/>
                        <a:cs typeface="Arial" panose="020B0604020202020204" pitchFamily="34" charset="0"/>
                      </a:endParaRPr>
                    </a:p>
                  </a:txBody>
                  <a:tcPr marL="0" marR="0" marT="0" marB="0" anchor="ctr" anchorCtr="0"/>
                </a:tc>
              </a:tr>
              <a:tr h="415290">
                <a:tc>
                  <a:txBody>
                    <a:bodyPr/>
                    <a:lstStyle/>
                    <a:p>
                      <a:r>
                        <a:rPr sz="1600" b="1"/>
                        <a:t>Job Search</a:t>
                      </a:r>
                      <a:endParaRPr sz="1600" b="1"/>
                    </a:p>
                  </a:txBody>
                  <a:tcPr marL="0" marR="0" marT="0" marB="0" anchor="ctr" anchorCtr="0"/>
                </a:tc>
                <a:tc>
                  <a:txBody>
                    <a:bodyPr/>
                    <a:lstStyle/>
                    <a:p>
                      <a:r>
                        <a:rPr sz="1600">
                          <a:latin typeface="Arial" panose="020B0604020202020204" pitchFamily="34" charset="0"/>
                          <a:cs typeface="Arial" panose="020B0604020202020204" pitchFamily="34" charset="0"/>
                        </a:rPr>
                        <a:t>Search jobs efficiently using keywords, skills, location, salary, or job role.</a:t>
                      </a:r>
                      <a:endParaRPr sz="1600">
                        <a:latin typeface="Arial" panose="020B0604020202020204" pitchFamily="34" charset="0"/>
                        <a:cs typeface="Arial" panose="020B0604020202020204" pitchFamily="34" charset="0"/>
                      </a:endParaRPr>
                    </a:p>
                  </a:txBody>
                  <a:tcPr marL="0" marR="0" marT="0" marB="0" anchor="ctr" anchorCtr="0"/>
                </a:tc>
              </a:tr>
              <a:tr h="593725">
                <a:tc>
                  <a:txBody>
                    <a:bodyPr/>
                    <a:lstStyle/>
                    <a:p>
                      <a:r>
                        <a:rPr sz="1600" b="1"/>
                        <a:t>String Matching</a:t>
                      </a:r>
                      <a:endParaRPr sz="1600" b="1"/>
                    </a:p>
                  </a:txBody>
                  <a:tcPr marL="0" marR="0" marT="0" marB="0" anchor="ctr" anchorCtr="0"/>
                </a:tc>
                <a:tc>
                  <a:txBody>
                    <a:bodyPr/>
                    <a:lstStyle/>
                    <a:p>
                      <a:r>
                        <a:rPr sz="1600">
                          <a:latin typeface="Arial" panose="020B0604020202020204" pitchFamily="34" charset="0"/>
                          <a:cs typeface="Arial" panose="020B0604020202020204" pitchFamily="34" charset="0"/>
                        </a:rPr>
                        <a:t>Use KMP, Rabin-Karp, and Z-algorithm for fast and accurate keyword and skill matching.</a:t>
                      </a:r>
                      <a:endParaRPr sz="1600">
                        <a:latin typeface="Arial" panose="020B0604020202020204" pitchFamily="34" charset="0"/>
                        <a:cs typeface="Arial" panose="020B0604020202020204" pitchFamily="34" charset="0"/>
                      </a:endParaRPr>
                    </a:p>
                  </a:txBody>
                  <a:tcPr marL="0" marR="0" marT="0" marB="0" anchor="ctr" anchorCtr="0"/>
                </a:tc>
              </a:tr>
              <a:tr h="551815">
                <a:tc>
                  <a:txBody>
                    <a:bodyPr/>
                    <a:lstStyle/>
                    <a:p>
                      <a:r>
                        <a:rPr sz="1600" b="1"/>
                        <a:t>Skill Matching</a:t>
                      </a:r>
                      <a:endParaRPr sz="1600" b="1"/>
                    </a:p>
                  </a:txBody>
                  <a:tcPr marL="0" marR="0" marT="0" marB="0" anchor="ctr" anchorCtr="0"/>
                </a:tc>
                <a:tc>
                  <a:txBody>
                    <a:bodyPr/>
                    <a:lstStyle/>
                    <a:p>
                      <a:r>
                        <a:rPr sz="1600">
                          <a:latin typeface="Arial" panose="020B0604020202020204" pitchFamily="34" charset="0"/>
                          <a:cs typeface="Arial" panose="020B0604020202020204" pitchFamily="34" charset="0"/>
                        </a:rPr>
                        <a:t>Use Edit Distance and Dynamic Programming to compare candidate skills with job requirements.</a:t>
                      </a:r>
                      <a:endParaRPr sz="1600">
                        <a:latin typeface="Arial" panose="020B0604020202020204" pitchFamily="34" charset="0"/>
                        <a:cs typeface="Arial" panose="020B0604020202020204" pitchFamily="34" charset="0"/>
                      </a:endParaRPr>
                    </a:p>
                  </a:txBody>
                  <a:tcPr marL="0" marR="0" marT="0" marB="0" anchor="ctr" anchorCtr="0"/>
                </a:tc>
              </a:tr>
              <a:tr h="593090">
                <a:tc>
                  <a:txBody>
                    <a:bodyPr/>
                    <a:lstStyle/>
                    <a:p>
                      <a:r>
                        <a:rPr sz="1600" b="1"/>
                        <a:t>Job Ranking</a:t>
                      </a:r>
                      <a:endParaRPr sz="1600" b="1"/>
                    </a:p>
                  </a:txBody>
                  <a:tcPr marL="0" marR="0" marT="0" marB="0" anchor="ctr" anchorCtr="0"/>
                </a:tc>
                <a:tc>
                  <a:txBody>
                    <a:bodyPr/>
                    <a:lstStyle/>
                    <a:p>
                      <a:r>
                        <a:rPr sz="1600">
                          <a:latin typeface="Arial" panose="020B0604020202020204" pitchFamily="34" charset="0"/>
                          <a:cs typeface="Arial" panose="020B0604020202020204" pitchFamily="34" charset="0"/>
                        </a:rPr>
                        <a:t>Use Sorting and Priority Queue to rank the most relevant jobs for candidates.</a:t>
                      </a:r>
                      <a:endParaRPr sz="1600">
                        <a:latin typeface="Arial" panose="020B0604020202020204" pitchFamily="34" charset="0"/>
                        <a:cs typeface="Arial" panose="020B0604020202020204" pitchFamily="34" charset="0"/>
                      </a:endParaRPr>
                    </a:p>
                  </a:txBody>
                  <a:tcPr marL="0" marR="0" marT="0" marB="0" anchor="ctr" anchorCtr="0"/>
                </a:tc>
              </a:tr>
              <a:tr h="593725">
                <a:tc>
                  <a:txBody>
                    <a:bodyPr/>
                    <a:lstStyle/>
                    <a:p>
                      <a:r>
                        <a:rPr sz="1600" b="1"/>
                        <a:t>Fast Job Retrieval</a:t>
                      </a:r>
                      <a:endParaRPr sz="1600" b="1"/>
                    </a:p>
                  </a:txBody>
                  <a:tcPr marL="0" marR="0" marT="0" marB="0" anchor="ctr" anchorCtr="0"/>
                </a:tc>
                <a:tc>
                  <a:txBody>
                    <a:bodyPr/>
                    <a:lstStyle/>
                    <a:p>
                      <a:r>
                        <a:rPr sz="1600">
                          <a:latin typeface="Arial" panose="020B0604020202020204" pitchFamily="34" charset="0"/>
                          <a:cs typeface="Arial" panose="020B0604020202020204" pitchFamily="34" charset="0"/>
                        </a:rPr>
                        <a:t>Use Hashing for quick searching of jobs based on skills, job ID, or category.</a:t>
                      </a:r>
                      <a:endParaRPr sz="1600">
                        <a:latin typeface="Arial" panose="020B0604020202020204" pitchFamily="34" charset="0"/>
                        <a:cs typeface="Arial" panose="020B0604020202020204" pitchFamily="34" charset="0"/>
                      </a:endParaRPr>
                    </a:p>
                  </a:txBody>
                  <a:tcPr marL="0" marR="0" marT="0" marB="0" anchor="ctr" anchorCtr="0"/>
                </a:tc>
              </a:tr>
              <a:tr h="415290">
                <a:tc>
                  <a:txBody>
                    <a:bodyPr/>
                    <a:lstStyle/>
                    <a:p>
                      <a:r>
                        <a:rPr sz="1600" b="1"/>
                        <a:t>Candidate-Job Matching</a:t>
                      </a:r>
                      <a:endParaRPr sz="1600" b="1"/>
                    </a:p>
                  </a:txBody>
                  <a:tcPr marL="0" marR="0" marT="0" marB="0" anchor="ctr" anchorCtr="0"/>
                </a:tc>
                <a:tc>
                  <a:txBody>
                    <a:bodyPr/>
                    <a:lstStyle/>
                    <a:p>
                      <a:r>
                        <a:rPr sz="1600">
                          <a:latin typeface="Arial" panose="020B0604020202020204" pitchFamily="34" charset="0"/>
                          <a:cs typeface="Arial" panose="020B0604020202020204" pitchFamily="34" charset="0"/>
                        </a:rPr>
                        <a:t>Match candidates and jobs based on skills, qualifications, and experience.</a:t>
                      </a:r>
                      <a:endParaRPr sz="1600">
                        <a:latin typeface="Arial" panose="020B0604020202020204" pitchFamily="34" charset="0"/>
                        <a:cs typeface="Arial" panose="020B0604020202020204" pitchFamily="34" charset="0"/>
                      </a:endParaRPr>
                    </a:p>
                  </a:txBody>
                  <a:tcPr marL="0" marR="0" marT="0" marB="0" anchor="ctr" anchorCtr="0"/>
                </a:tc>
              </a:tr>
              <a:tr h="415290">
                <a:tc>
                  <a:txBody>
                    <a:bodyPr/>
                    <a:lstStyle/>
                    <a:p>
                      <a:r>
                        <a:rPr sz="1600" b="1"/>
                        <a:t>Application Management</a:t>
                      </a:r>
                      <a:endParaRPr sz="1600" b="1"/>
                    </a:p>
                  </a:txBody>
                  <a:tcPr marL="0" marR="0" marT="0" marB="0" anchor="ctr" anchorCtr="0"/>
                </a:tc>
                <a:tc>
                  <a:txBody>
                    <a:bodyPr/>
                    <a:lstStyle/>
                    <a:p>
                      <a:r>
                        <a:rPr sz="1600">
                          <a:latin typeface="Arial" panose="020B0604020202020204" pitchFamily="34" charset="0"/>
                          <a:cs typeface="Arial" panose="020B0604020202020204" pitchFamily="34" charset="0"/>
                        </a:rPr>
                        <a:t>Allow candidates to apply for jobs and recruiters to view and manage applications.</a:t>
                      </a:r>
                      <a:endParaRPr sz="1600">
                        <a:latin typeface="Arial" panose="020B0604020202020204" pitchFamily="34" charset="0"/>
                        <a:cs typeface="Arial" panose="020B0604020202020204" pitchFamily="34" charset="0"/>
                      </a:endParaRPr>
                    </a:p>
                  </a:txBody>
                  <a:tcPr marL="0" marR="0" marT="0" marB="0" anchor="ctr" anchorCtr="0"/>
                </a:tc>
              </a:tr>
              <a:tr h="551815">
                <a:tc>
                  <a:txBody>
                    <a:bodyPr/>
                    <a:lstStyle/>
                    <a:p>
                      <a:r>
                        <a:rPr sz="1600" b="1"/>
                        <a:t>Intelligent Recommendations</a:t>
                      </a:r>
                      <a:endParaRPr sz="1600" b="1"/>
                    </a:p>
                  </a:txBody>
                  <a:tcPr marL="0" marR="0" marT="0" marB="0" anchor="ctr" anchorCtr="0"/>
                </a:tc>
                <a:tc>
                  <a:txBody>
                    <a:bodyPr/>
                    <a:lstStyle/>
                    <a:p>
                      <a:r>
                        <a:rPr sz="1600">
                          <a:latin typeface="Arial" panose="020B0604020202020204" pitchFamily="34" charset="0"/>
                          <a:cs typeface="Arial" panose="020B0604020202020204" pitchFamily="34" charset="0"/>
                        </a:rPr>
                        <a:t>Recommend suitable jobs to candidates based on their profile and matching score.</a:t>
                      </a:r>
                      <a:endParaRPr sz="1600">
                        <a:latin typeface="Arial" panose="020B0604020202020204" pitchFamily="34" charset="0"/>
                        <a:cs typeface="Arial" panose="020B0604020202020204" pitchFamily="34" charset="0"/>
                      </a:endParaRPr>
                    </a:p>
                  </a:txBody>
                  <a:tcPr marL="0" marR="0" marT="0" marB="0" anchor="ctr" anchorCtr="0"/>
                </a:tc>
              </a:tr>
            </a:tbl>
          </a:graphicData>
        </a:graphic>
      </p:graphicFrame>
      <p:pic>
        <p:nvPicPr>
          <p:cNvPr id="8" name="Picture 7"/>
          <p:cNvPicPr>
            <a:picLocks noChangeAspect="1"/>
          </p:cNvPicPr>
          <p:nvPr/>
        </p:nvPicPr>
        <p:blipFill>
          <a:blip r:embed="rId1"/>
          <a:stretch>
            <a:fillRect/>
          </a:stretch>
        </p:blipFill>
        <p:spPr>
          <a:xfrm>
            <a:off x="9473184" y="1"/>
            <a:ext cx="2718816" cy="11704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3930" y="-36683"/>
            <a:ext cx="12071026" cy="923330"/>
          </a:xfrm>
          <a:prstGeom prst="rect">
            <a:avLst/>
          </a:prstGeom>
          <a:noFill/>
        </p:spPr>
        <p:txBody>
          <a:bodyPr wrap="square">
            <a:spAutoFit/>
          </a:bodyPr>
          <a:lstStyle/>
          <a:p>
            <a:pPr algn="ctr"/>
            <a:r>
              <a:rPr lang="en-IN" sz="5400" dirty="0">
                <a:latin typeface="Rockwell" panose="02060603020205020403" pitchFamily="18" charset="0"/>
              </a:rPr>
              <a:t>Tools and Technologies to be used</a:t>
            </a:r>
            <a:endParaRPr lang="en-IN" sz="5400" dirty="0">
              <a:latin typeface="Rockwell" panose="02060603020205020403" pitchFamily="18" charset="0"/>
            </a:endParaRPr>
          </a:p>
        </p:txBody>
      </p:sp>
      <p:sp>
        <p:nvSpPr>
          <p:cNvPr id="2" name="Rectangle: Rounded Corners 1"/>
          <p:cNvSpPr/>
          <p:nvPr/>
        </p:nvSpPr>
        <p:spPr>
          <a:xfrm>
            <a:off x="347980" y="936625"/>
            <a:ext cx="7446645" cy="260477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4" name="TextBox 3"/>
          <p:cNvSpPr txBox="1"/>
          <p:nvPr/>
        </p:nvSpPr>
        <p:spPr>
          <a:xfrm>
            <a:off x="832104" y="923330"/>
            <a:ext cx="4215384" cy="461665"/>
          </a:xfrm>
          <a:prstGeom prst="rect">
            <a:avLst/>
          </a:prstGeom>
          <a:noFill/>
        </p:spPr>
        <p:txBody>
          <a:bodyPr wrap="square" rtlCol="0">
            <a:spAutoFit/>
          </a:bodyPr>
          <a:lstStyle/>
          <a:p>
            <a:r>
              <a:rPr lang="en-US" sz="2400" u="sng" dirty="0">
                <a:latin typeface="Lucida Sans Unicode" panose="020B0602030504020204" pitchFamily="34" charset="0"/>
                <a:cs typeface="Lucida Sans Unicode" panose="020B0602030504020204" pitchFamily="34" charset="0"/>
              </a:rPr>
              <a:t>SOFTWARE Technologies</a:t>
            </a:r>
            <a:endParaRPr lang="en-US" sz="2400" u="sng" dirty="0">
              <a:latin typeface="Lucida Sans Unicode" panose="020B0602030504020204" pitchFamily="34" charset="0"/>
              <a:cs typeface="Lucida Sans Unicode" panose="020B0602030504020204" pitchFamily="34" charset="0"/>
            </a:endParaRPr>
          </a:p>
        </p:txBody>
      </p:sp>
      <p:graphicFrame>
        <p:nvGraphicFramePr>
          <p:cNvPr id="5" name="Table 4"/>
          <p:cNvGraphicFramePr>
            <a:graphicFrameLocks noGrp="1"/>
          </p:cNvGraphicFramePr>
          <p:nvPr/>
        </p:nvGraphicFramePr>
        <p:xfrm>
          <a:off x="948690" y="1384935"/>
          <a:ext cx="6642735" cy="2157095"/>
        </p:xfrm>
        <a:graphic>
          <a:graphicData uri="http://schemas.openxmlformats.org/drawingml/2006/table">
            <a:tbl>
              <a:tblPr>
                <a:tableStyleId>{2D5ABB26-0587-4C30-8999-92F81FD0307C}</a:tableStyleId>
              </a:tblPr>
              <a:tblGrid>
                <a:gridCol w="2950210"/>
                <a:gridCol w="3692525"/>
              </a:tblGrid>
              <a:tr h="365760">
                <a:tc>
                  <a:txBody>
                    <a:bodyPr/>
                    <a:lstStyle/>
                    <a:p>
                      <a:r>
                        <a:rPr sz="2400" b="1"/>
                        <a:t>Category</a:t>
                      </a:r>
                      <a:endParaRPr sz="2400" b="1"/>
                    </a:p>
                  </a:txBody>
                  <a:tcPr marL="0" marR="0" marT="0" marB="0" anchor="ctr" anchorCtr="0"/>
                </a:tc>
                <a:tc>
                  <a:txBody>
                    <a:bodyPr/>
                    <a:lstStyle/>
                    <a:p>
                      <a:r>
                        <a:rPr sz="2400" b="1"/>
                        <a:t>Technology</a:t>
                      </a:r>
                      <a:endParaRPr sz="2400" b="1"/>
                    </a:p>
                  </a:txBody>
                  <a:tcPr marL="0" marR="0" marT="0" marB="0" anchor="ctr" anchorCtr="0"/>
                </a:tc>
              </a:tr>
              <a:tr h="368300">
                <a:tc>
                  <a:txBody>
                    <a:bodyPr/>
                    <a:lstStyle/>
                    <a:p>
                      <a:r>
                        <a:rPr sz="1600"/>
                        <a:t>Programming Language</a:t>
                      </a:r>
                      <a:endParaRPr sz="1600"/>
                    </a:p>
                  </a:txBody>
                  <a:tcPr marL="0" marR="0" marT="0" marB="0" anchor="ctr" anchorCtr="0"/>
                </a:tc>
                <a:tc>
                  <a:txBody>
                    <a:bodyPr/>
                    <a:lstStyle/>
                    <a:p>
                      <a:r>
                        <a:rPr sz="1600"/>
                        <a:t>Java</a:t>
                      </a:r>
                      <a:endParaRPr sz="1600"/>
                    </a:p>
                  </a:txBody>
                  <a:tcPr marL="0" marR="0" marT="0" marB="0" anchor="ctr" anchorCtr="0"/>
                </a:tc>
              </a:tr>
              <a:tr h="276860">
                <a:tc>
                  <a:txBody>
                    <a:bodyPr/>
                    <a:lstStyle/>
                    <a:p>
                      <a:r>
                        <a:rPr sz="1600"/>
                        <a:t>Frontend</a:t>
                      </a:r>
                      <a:endParaRPr sz="1600"/>
                    </a:p>
                  </a:txBody>
                  <a:tcPr marL="0" marR="0" marT="0" marB="0" anchor="ctr" anchorCtr="0"/>
                </a:tc>
                <a:tc>
                  <a:txBody>
                    <a:bodyPr/>
                    <a:lstStyle/>
                    <a:p>
                      <a:r>
                        <a:rPr sz="1600"/>
                        <a:t>Java Swing</a:t>
                      </a:r>
                      <a:endParaRPr sz="1600"/>
                    </a:p>
                  </a:txBody>
                  <a:tcPr marL="0" marR="0" marT="0" marB="0" anchor="ctr" anchorCtr="0"/>
                </a:tc>
              </a:tr>
              <a:tr h="286385">
                <a:tc>
                  <a:txBody>
                    <a:bodyPr/>
                    <a:lstStyle/>
                    <a:p>
                      <a:r>
                        <a:rPr sz="1600"/>
                        <a:t>Backend</a:t>
                      </a:r>
                      <a:endParaRPr sz="1600"/>
                    </a:p>
                  </a:txBody>
                  <a:tcPr marL="0" marR="0" marT="0" marB="0" anchor="ctr" anchorCtr="0"/>
                </a:tc>
                <a:tc>
                  <a:txBody>
                    <a:bodyPr/>
                    <a:lstStyle/>
                    <a:p>
                      <a:r>
                        <a:rPr sz="1600"/>
                        <a:t>JDBC</a:t>
                      </a:r>
                      <a:endParaRPr sz="1600"/>
                    </a:p>
                  </a:txBody>
                  <a:tcPr marL="0" marR="0" marT="0" marB="0" anchor="ctr" anchorCtr="0"/>
                </a:tc>
              </a:tr>
              <a:tr h="286385">
                <a:tc>
                  <a:txBody>
                    <a:bodyPr/>
                    <a:lstStyle/>
                    <a:p>
                      <a:r>
                        <a:rPr sz="1600"/>
                        <a:t>Database</a:t>
                      </a:r>
                      <a:endParaRPr sz="1600"/>
                    </a:p>
                  </a:txBody>
                  <a:tcPr marL="0" marR="0" marT="0" marB="0" anchor="ctr" anchorCtr="0"/>
                </a:tc>
                <a:tc>
                  <a:txBody>
                    <a:bodyPr/>
                    <a:lstStyle/>
                    <a:p>
                      <a:r>
                        <a:rPr sz="1600"/>
                        <a:t>MySQL</a:t>
                      </a:r>
                      <a:endParaRPr sz="1600"/>
                    </a:p>
                  </a:txBody>
                  <a:tcPr marL="0" marR="0" marT="0" marB="0" anchor="ctr" anchorCtr="0"/>
                </a:tc>
              </a:tr>
              <a:tr h="286385">
                <a:tc>
                  <a:txBody>
                    <a:bodyPr/>
                    <a:lstStyle/>
                    <a:p>
                      <a:r>
                        <a:rPr sz="1600"/>
                        <a:t>IDE</a:t>
                      </a:r>
                      <a:endParaRPr sz="1600"/>
                    </a:p>
                  </a:txBody>
                  <a:tcPr marL="0" marR="0" marT="0" marB="0" anchor="ctr" anchorCtr="0"/>
                </a:tc>
                <a:tc>
                  <a:txBody>
                    <a:bodyPr/>
                    <a:lstStyle/>
                    <a:p>
                      <a:r>
                        <a:rPr sz="1600"/>
                        <a:t>IntelliJ IDEA / Eclipse</a:t>
                      </a:r>
                      <a:endParaRPr sz="1600"/>
                    </a:p>
                  </a:txBody>
                  <a:tcPr marL="0" marR="0" marT="0" marB="0" anchor="ctr" anchorCtr="0"/>
                </a:tc>
              </a:tr>
              <a:tr h="287020">
                <a:tc>
                  <a:txBody>
                    <a:bodyPr/>
                    <a:lstStyle/>
                    <a:p>
                      <a:r>
                        <a:rPr sz="1600"/>
                        <a:t>Version Control</a:t>
                      </a:r>
                      <a:endParaRPr sz="1600"/>
                    </a:p>
                  </a:txBody>
                  <a:tcPr marL="0" marR="0" marT="0" marB="0" anchor="ctr" anchorCtr="0"/>
                </a:tc>
                <a:tc>
                  <a:txBody>
                    <a:bodyPr/>
                    <a:lstStyle/>
                    <a:p>
                      <a:r>
                        <a:rPr sz="1600"/>
                        <a:t>Git &amp; GitHub</a:t>
                      </a:r>
                      <a:endParaRPr sz="1600"/>
                    </a:p>
                  </a:txBody>
                  <a:tcPr marL="0" marR="0" marT="0" marB="0" anchor="ctr" anchorCtr="0"/>
                </a:tc>
              </a:tr>
            </a:tbl>
          </a:graphicData>
        </a:graphic>
      </p:graphicFrame>
      <p:sp>
        <p:nvSpPr>
          <p:cNvPr id="6" name="Rectangle: Rounded Corners 5"/>
          <p:cNvSpPr/>
          <p:nvPr/>
        </p:nvSpPr>
        <p:spPr>
          <a:xfrm>
            <a:off x="247650" y="3591560"/>
            <a:ext cx="9193530" cy="318897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 name="TextBox 6"/>
          <p:cNvSpPr txBox="1"/>
          <p:nvPr/>
        </p:nvSpPr>
        <p:spPr>
          <a:xfrm>
            <a:off x="546919" y="3762902"/>
            <a:ext cx="3236976" cy="461665"/>
          </a:xfrm>
          <a:prstGeom prst="rect">
            <a:avLst/>
          </a:prstGeom>
          <a:noFill/>
        </p:spPr>
        <p:txBody>
          <a:bodyPr wrap="square" rtlCol="0">
            <a:spAutoFit/>
          </a:bodyPr>
          <a:lstStyle/>
          <a:p>
            <a:r>
              <a:rPr lang="en-US" sz="2400" u="sng" dirty="0">
                <a:latin typeface="Lucida Sans Unicode" panose="020B0602030504020204" pitchFamily="34" charset="0"/>
                <a:cs typeface="Lucida Sans Unicode" panose="020B0602030504020204" pitchFamily="34" charset="0"/>
              </a:rPr>
              <a:t>DSA Concepts</a:t>
            </a:r>
            <a:endParaRPr lang="en-IN" sz="2400" u="sng" dirty="0">
              <a:latin typeface="Lucida Sans Unicode" panose="020B0602030504020204" pitchFamily="34" charset="0"/>
              <a:cs typeface="Lucida Sans Unicode" panose="020B0602030504020204" pitchFamily="34" charset="0"/>
            </a:endParaRPr>
          </a:p>
        </p:txBody>
      </p:sp>
      <p:pic>
        <p:nvPicPr>
          <p:cNvPr id="10" name="Picture 9"/>
          <p:cNvPicPr>
            <a:picLocks noChangeAspect="1"/>
          </p:cNvPicPr>
          <p:nvPr/>
        </p:nvPicPr>
        <p:blipFill>
          <a:blip r:embed="rId1"/>
          <a:stretch>
            <a:fillRect/>
          </a:stretch>
        </p:blipFill>
        <p:spPr>
          <a:xfrm>
            <a:off x="9299448" y="5248656"/>
            <a:ext cx="2892552" cy="1577369"/>
          </a:xfrm>
          <a:prstGeom prst="rect">
            <a:avLst/>
          </a:prstGeom>
        </p:spPr>
      </p:pic>
      <p:graphicFrame>
        <p:nvGraphicFramePr>
          <p:cNvPr id="12" name="Table 11"/>
          <p:cNvGraphicFramePr/>
          <p:nvPr>
            <p:custDataLst>
              <p:tags r:id="rId2"/>
            </p:custDataLst>
          </p:nvPr>
        </p:nvGraphicFramePr>
        <p:xfrm>
          <a:off x="546735" y="4445635"/>
          <a:ext cx="8120380" cy="2194560"/>
        </p:xfrm>
        <a:graphic>
          <a:graphicData uri="http://schemas.openxmlformats.org/drawingml/2006/table">
            <a:tbl>
              <a:tblPr/>
              <a:tblGrid>
                <a:gridCol w="4060190"/>
                <a:gridCol w="4060190"/>
              </a:tblGrid>
              <a:tr h="0">
                <a:tc>
                  <a:txBody>
                    <a:bodyPr/>
                    <a:p>
                      <a:r>
                        <a:rPr sz="1600" b="1"/>
                        <a:t>Type</a:t>
                      </a:r>
                      <a:endParaRPr sz="1600" b="1"/>
                    </a:p>
                  </a:txBody>
                  <a:tcPr marL="0" marR="0" marT="0" marB="0" anchor="ctr" anchorCtr="0">
                    <a:lnL>
                      <a:noFill/>
                    </a:lnL>
                    <a:lnR>
                      <a:noFill/>
                    </a:lnR>
                    <a:lnT>
                      <a:noFill/>
                    </a:lnT>
                    <a:lnB>
                      <a:noFill/>
                    </a:lnB>
                    <a:noFill/>
                  </a:tcPr>
                </a:tc>
                <a:tc>
                  <a:txBody>
                    <a:bodyPr/>
                    <a:p>
                      <a:r>
                        <a:rPr sz="1600" b="1"/>
                        <a:t>Technologies / Algorithms</a:t>
                      </a:r>
                      <a:endParaRPr sz="1600" b="1"/>
                    </a:p>
                  </a:txBody>
                  <a:tcPr marL="0" marR="0" marT="0" marB="0" anchor="ctr" anchorCtr="0">
                    <a:lnL>
                      <a:noFill/>
                    </a:lnL>
                    <a:lnR>
                      <a:noFill/>
                    </a:lnR>
                    <a:lnT>
                      <a:noFill/>
                    </a:lnT>
                    <a:lnB>
                      <a:noFill/>
                    </a:lnB>
                    <a:noFill/>
                  </a:tcPr>
                </a:tc>
              </a:tr>
              <a:tr h="0">
                <a:tc>
                  <a:txBody>
                    <a:bodyPr/>
                    <a:p>
                      <a:r>
                        <a:rPr sz="1600"/>
                        <a:t>Data Structures</a:t>
                      </a:r>
                      <a:endParaRPr sz="1600"/>
                    </a:p>
                  </a:txBody>
                  <a:tcPr marL="0" marR="0" marT="0" marB="0" anchor="ctr" anchorCtr="0">
                    <a:lnL>
                      <a:noFill/>
                    </a:lnL>
                    <a:lnR>
                      <a:noFill/>
                    </a:lnR>
                    <a:lnT>
                      <a:noFill/>
                    </a:lnT>
                    <a:lnB>
                      <a:noFill/>
                    </a:lnB>
                    <a:noFill/>
                  </a:tcPr>
                </a:tc>
                <a:tc>
                  <a:txBody>
                    <a:bodyPr/>
                    <a:p>
                      <a:r>
                        <a:rPr sz="1600"/>
                        <a:t>Hash Table, Trie, Priority Queue, Graph</a:t>
                      </a:r>
                      <a:endParaRPr sz="1600"/>
                    </a:p>
                  </a:txBody>
                  <a:tcPr marL="0" marR="0" marT="0" marB="0" anchor="ctr" anchorCtr="0">
                    <a:lnL>
                      <a:noFill/>
                    </a:lnL>
                    <a:lnR>
                      <a:noFill/>
                    </a:lnR>
                    <a:lnT>
                      <a:noFill/>
                    </a:lnT>
                    <a:lnB>
                      <a:noFill/>
                    </a:lnB>
                    <a:noFill/>
                  </a:tcPr>
                </a:tc>
              </a:tr>
              <a:tr h="0">
                <a:tc>
                  <a:txBody>
                    <a:bodyPr/>
                    <a:p>
                      <a:r>
                        <a:rPr sz="1600"/>
                        <a:t>String Algorithms</a:t>
                      </a:r>
                      <a:endParaRPr sz="1600"/>
                    </a:p>
                  </a:txBody>
                  <a:tcPr marL="0" marR="0" marT="0" marB="0" anchor="ctr" anchorCtr="0">
                    <a:lnL>
                      <a:noFill/>
                    </a:lnL>
                    <a:lnR>
                      <a:noFill/>
                    </a:lnR>
                    <a:lnT>
                      <a:noFill/>
                    </a:lnT>
                    <a:lnB>
                      <a:noFill/>
                    </a:lnB>
                    <a:noFill/>
                  </a:tcPr>
                </a:tc>
                <a:tc>
                  <a:txBody>
                    <a:bodyPr/>
                    <a:p>
                      <a:r>
                        <a:rPr sz="1600"/>
                        <a:t>KMP, Z-Algorithm, Rabin-Karp</a:t>
                      </a:r>
                      <a:endParaRPr sz="1600"/>
                    </a:p>
                  </a:txBody>
                  <a:tcPr marL="0" marR="0" marT="0" marB="0" anchor="ctr" anchorCtr="0">
                    <a:lnL>
                      <a:noFill/>
                    </a:lnL>
                    <a:lnR>
                      <a:noFill/>
                    </a:lnR>
                    <a:lnT>
                      <a:noFill/>
                    </a:lnT>
                    <a:lnB>
                      <a:noFill/>
                    </a:lnB>
                    <a:noFill/>
                  </a:tcPr>
                </a:tc>
              </a:tr>
              <a:tr h="0">
                <a:tc>
                  <a:txBody>
                    <a:bodyPr/>
                    <a:p>
                      <a:r>
                        <a:rPr sz="1600"/>
                        <a:t>Dynamic Programming</a:t>
                      </a:r>
                      <a:endParaRPr sz="1600"/>
                    </a:p>
                  </a:txBody>
                  <a:tcPr marL="0" marR="0" marT="0" marB="0" anchor="ctr" anchorCtr="0">
                    <a:lnL>
                      <a:noFill/>
                    </a:lnL>
                    <a:lnR>
                      <a:noFill/>
                    </a:lnR>
                    <a:lnT>
                      <a:noFill/>
                    </a:lnT>
                    <a:lnB>
                      <a:noFill/>
                    </a:lnB>
                    <a:noFill/>
                  </a:tcPr>
                </a:tc>
                <a:tc>
                  <a:txBody>
                    <a:bodyPr/>
                    <a:p>
                      <a:r>
                        <a:rPr sz="1600"/>
                        <a:t>Edit Distance</a:t>
                      </a:r>
                      <a:endParaRPr sz="1600"/>
                    </a:p>
                  </a:txBody>
                  <a:tcPr marL="0" marR="0" marT="0" marB="0" anchor="ctr" anchorCtr="0">
                    <a:lnL>
                      <a:noFill/>
                    </a:lnL>
                    <a:lnR>
                      <a:noFill/>
                    </a:lnR>
                    <a:lnT>
                      <a:noFill/>
                    </a:lnT>
                    <a:lnB>
                      <a:noFill/>
                    </a:lnB>
                    <a:noFill/>
                  </a:tcPr>
                </a:tc>
              </a:tr>
              <a:tr h="0">
                <a:tc>
                  <a:txBody>
                    <a:bodyPr/>
                    <a:p>
                      <a:r>
                        <a:rPr sz="1600"/>
                        <a:t>Sorting Algorithms</a:t>
                      </a:r>
                      <a:endParaRPr sz="1600"/>
                    </a:p>
                  </a:txBody>
                  <a:tcPr marL="0" marR="0" marT="0" marB="0" anchor="ctr" anchorCtr="0">
                    <a:lnL>
                      <a:noFill/>
                    </a:lnL>
                    <a:lnR>
                      <a:noFill/>
                    </a:lnR>
                    <a:lnT>
                      <a:noFill/>
                    </a:lnT>
                    <a:lnB>
                      <a:noFill/>
                    </a:lnB>
                    <a:noFill/>
                  </a:tcPr>
                </a:tc>
                <a:tc>
                  <a:txBody>
                    <a:bodyPr/>
                    <a:p>
                      <a:r>
                        <a:rPr sz="1600"/>
                        <a:t>Quick Sort, Merge Sort</a:t>
                      </a:r>
                      <a:endParaRPr sz="1600"/>
                    </a:p>
                  </a:txBody>
                  <a:tcPr marL="0" marR="0" marT="0" marB="0" anchor="ctr" anchorCtr="0">
                    <a:lnL>
                      <a:noFill/>
                    </a:lnL>
                    <a:lnR>
                      <a:noFill/>
                    </a:lnR>
                    <a:lnT>
                      <a:noFill/>
                    </a:lnT>
                    <a:lnB>
                      <a:noFill/>
                    </a:lnB>
                    <a:noFill/>
                  </a:tcPr>
                </a:tc>
              </a:tr>
              <a:tr h="0">
                <a:tc>
                  <a:txBody>
                    <a:bodyPr/>
                    <a:p>
                      <a:r>
                        <a:rPr sz="1600"/>
                        <a:t>Graph Algorithms</a:t>
                      </a:r>
                      <a:endParaRPr sz="1600"/>
                    </a:p>
                  </a:txBody>
                  <a:tcPr marL="0" marR="0" marT="0" marB="0" anchor="ctr" anchorCtr="0">
                    <a:lnL>
                      <a:noFill/>
                    </a:lnL>
                    <a:lnR>
                      <a:noFill/>
                    </a:lnR>
                    <a:lnT>
                      <a:noFill/>
                    </a:lnT>
                    <a:lnB>
                      <a:noFill/>
                    </a:lnB>
                    <a:noFill/>
                  </a:tcPr>
                </a:tc>
                <a:tc>
                  <a:txBody>
                    <a:bodyPr/>
                    <a:p>
                      <a:r>
                        <a:rPr sz="1600"/>
                        <a:t>BFS, DFS</a:t>
                      </a:r>
                      <a:endParaRPr sz="1600"/>
                    </a:p>
                  </a:txBody>
                  <a:tcPr marL="0" marR="0" marT="0" marB="0" anchor="ctr" anchorCtr="0">
                    <a:lnL>
                      <a:noFill/>
                    </a:lnL>
                    <a:lnR>
                      <a:noFill/>
                    </a:lnR>
                    <a:lnT>
                      <a:noFill/>
                    </a:lnT>
                    <a:lnB>
                      <a:noFill/>
                    </a:lnB>
                    <a:noFill/>
                  </a:tcPr>
                </a:tc>
              </a:tr>
              <a:tr h="0">
                <a:tc>
                  <a:txBody>
                    <a:bodyPr/>
                    <a:p>
                      <a:r>
                        <a:rPr sz="1600"/>
                        <a:t>Advanced Algorithms</a:t>
                      </a:r>
                      <a:endParaRPr sz="1600"/>
                    </a:p>
                  </a:txBody>
                  <a:tcPr marL="0" marR="0" marT="0" marB="0" anchor="ctr" anchorCtr="0">
                    <a:lnL>
                      <a:noFill/>
                    </a:lnL>
                    <a:lnR>
                      <a:noFill/>
                    </a:lnR>
                    <a:lnT>
                      <a:noFill/>
                    </a:lnT>
                    <a:lnB>
                      <a:noFill/>
                    </a:lnB>
                    <a:noFill/>
                  </a:tcPr>
                </a:tc>
                <a:tc>
                  <a:txBody>
                    <a:bodyPr/>
                    <a:p>
                      <a:r>
                        <a:rPr sz="1600"/>
                        <a:t>Network Flow, Approximation, Randomized Algorithms</a:t>
                      </a:r>
                      <a:endParaRPr sz="16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p:cNvSpPr/>
          <p:nvPr/>
        </p:nvSpPr>
        <p:spPr>
          <a:xfrm>
            <a:off x="146878" y="1072162"/>
            <a:ext cx="6012647" cy="56676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 name="TextBox 6"/>
          <p:cNvSpPr txBox="1"/>
          <p:nvPr/>
        </p:nvSpPr>
        <p:spPr>
          <a:xfrm>
            <a:off x="783635" y="1304075"/>
            <a:ext cx="5944671" cy="4892675"/>
          </a:xfrm>
          <a:prstGeom prst="rect">
            <a:avLst/>
          </a:prstGeom>
          <a:noFill/>
        </p:spPr>
        <p:txBody>
          <a:bodyPr wrap="square" rtlCol="0">
            <a:spAutoFit/>
          </a:bodyPr>
          <a:lstStyle/>
          <a:p>
            <a:pPr>
              <a:lnSpc>
                <a:spcPct val="150000"/>
              </a:lnSpc>
              <a:buNone/>
            </a:pPr>
            <a:r>
              <a:rPr lang="en-IN" sz="2800" b="1" dirty="0">
                <a:latin typeface="Rockwell" panose="02060603020205020403" pitchFamily="18" charset="0"/>
              </a:rPr>
              <a:t>Expected Outcome</a:t>
            </a:r>
            <a:endParaRPr lang="en-IN" sz="2800" b="1" dirty="0">
              <a:latin typeface="Rockwell" panose="02060603020205020403" pitchFamily="18" charset="0"/>
            </a:endParaRPr>
          </a:p>
          <a:p>
            <a:pPr>
              <a:lnSpc>
                <a:spcPct val="150000"/>
              </a:lnSpc>
              <a:buNone/>
            </a:pPr>
            <a:r>
              <a:rPr lang="en-IN" b="1" dirty="0">
                <a:latin typeface="Sitka Subheading Semibold" pitchFamily="2" charset="0"/>
              </a:rPr>
              <a:t>The </a:t>
            </a:r>
            <a:r>
              <a:rPr lang="en-US" altLang="en-IN" b="1" dirty="0">
                <a:latin typeface="Sitka Subheading Semibold" pitchFamily="2" charset="0"/>
              </a:rPr>
              <a:t>Intelligent Job Portal</a:t>
            </a:r>
            <a:r>
              <a:rPr lang="en-IN" b="1" dirty="0">
                <a:latin typeface="Sitka Subheading Semibold" pitchFamily="2" charset="0"/>
              </a:rPr>
              <a:t> will provide:</a:t>
            </a:r>
            <a:endParaRPr lang="en-IN" b="1" dirty="0">
              <a:latin typeface="Sitka Subheading Semibold" pitchFamily="2" charset="0"/>
            </a:endParaRPr>
          </a:p>
          <a:p>
            <a:pPr marL="342900" lvl="0" indent="-342900">
              <a:lnSpc>
                <a:spcPct val="150000"/>
              </a:lnSpc>
              <a:buFont typeface="Arial" panose="020B0604020202020204" pitchFamily="34" charset="0"/>
              <a:buChar char="•"/>
            </a:pPr>
            <a:r>
              <a:rPr lang="en-US" altLang="en-US" dirty="0">
                <a:latin typeface="Sitka Subheading Semibold" pitchFamily="2" charset="0"/>
              </a:rPr>
              <a:t>Faster job searching</a:t>
            </a:r>
            <a:endParaRPr lang="en-US" altLang="en-US" dirty="0">
              <a:latin typeface="Sitka Subheading Semibold" pitchFamily="2" charset="0"/>
            </a:endParaRPr>
          </a:p>
          <a:p>
            <a:pPr marL="342900" lvl="0" indent="-342900">
              <a:lnSpc>
                <a:spcPct val="150000"/>
              </a:lnSpc>
              <a:buFont typeface="Arial" panose="020B0604020202020204" pitchFamily="34" charset="0"/>
              <a:buChar char="•"/>
            </a:pPr>
            <a:r>
              <a:rPr lang="en-US" altLang="en-US" dirty="0">
                <a:latin typeface="Sitka Subheading Semibold" pitchFamily="2" charset="0"/>
              </a:rPr>
              <a:t>Efficient job retrieval</a:t>
            </a:r>
            <a:endParaRPr lang="en-US" altLang="en-US" dirty="0">
              <a:latin typeface="Sitka Subheading Semibold" pitchFamily="2" charset="0"/>
            </a:endParaRPr>
          </a:p>
          <a:p>
            <a:pPr marL="342900" lvl="0" indent="-342900">
              <a:lnSpc>
                <a:spcPct val="150000"/>
              </a:lnSpc>
              <a:buFont typeface="Arial" panose="020B0604020202020204" pitchFamily="34" charset="0"/>
              <a:buChar char="•"/>
            </a:pPr>
            <a:r>
              <a:rPr lang="en-US" altLang="en-US" dirty="0">
                <a:latin typeface="Sitka Subheading Semibold" pitchFamily="2" charset="0"/>
              </a:rPr>
              <a:t>Accurate skill matching</a:t>
            </a:r>
            <a:endParaRPr lang="en-US" altLang="en-US" dirty="0">
              <a:latin typeface="Sitka Subheading Semibold" pitchFamily="2" charset="0"/>
            </a:endParaRPr>
          </a:p>
          <a:p>
            <a:pPr marL="342900" lvl="0" indent="-342900">
              <a:lnSpc>
                <a:spcPct val="150000"/>
              </a:lnSpc>
              <a:buFont typeface="Arial" panose="020B0604020202020204" pitchFamily="34" charset="0"/>
              <a:buChar char="•"/>
            </a:pPr>
            <a:r>
              <a:rPr lang="en-US" altLang="en-US" dirty="0">
                <a:latin typeface="Sitka Subheading Semibold" pitchFamily="2" charset="0"/>
              </a:rPr>
              <a:t>Relevant job ranking</a:t>
            </a:r>
            <a:endParaRPr lang="en-US" altLang="en-US" dirty="0">
              <a:latin typeface="Sitka Subheading Semibold" pitchFamily="2" charset="0"/>
            </a:endParaRPr>
          </a:p>
          <a:p>
            <a:pPr marL="342900" lvl="0" indent="-342900">
              <a:lnSpc>
                <a:spcPct val="150000"/>
              </a:lnSpc>
              <a:buFont typeface="Arial" panose="020B0604020202020204" pitchFamily="34" charset="0"/>
              <a:buChar char="•"/>
            </a:pPr>
            <a:r>
              <a:rPr lang="en-US" altLang="en-US" dirty="0">
                <a:latin typeface="Sitka Subheading Semibold" pitchFamily="2" charset="0"/>
              </a:rPr>
              <a:t>Reduced search time</a:t>
            </a:r>
            <a:endParaRPr lang="en-US" altLang="en-US" dirty="0">
              <a:latin typeface="Sitka Subheading Semibold" pitchFamily="2" charset="0"/>
            </a:endParaRPr>
          </a:p>
          <a:p>
            <a:pPr marL="342900" lvl="0" indent="-342900">
              <a:lnSpc>
                <a:spcPct val="150000"/>
              </a:lnSpc>
              <a:buFont typeface="Arial" panose="020B0604020202020204" pitchFamily="34" charset="0"/>
              <a:buChar char="•"/>
            </a:pPr>
            <a:r>
              <a:rPr lang="en-US" altLang="en-US" dirty="0">
                <a:latin typeface="Sitka Subheading Semibold" pitchFamily="2" charset="0"/>
              </a:rPr>
              <a:t>Intelligent job recommendations</a:t>
            </a:r>
            <a:endParaRPr lang="en-US" altLang="en-US" dirty="0">
              <a:latin typeface="Sitka Subheading Semibold" pitchFamily="2" charset="0"/>
            </a:endParaRPr>
          </a:p>
          <a:p>
            <a:pPr marL="342900" lvl="0" indent="-342900">
              <a:lnSpc>
                <a:spcPct val="150000"/>
              </a:lnSpc>
              <a:buFont typeface="Arial" panose="020B0604020202020204" pitchFamily="34" charset="0"/>
              <a:buChar char="•"/>
            </a:pPr>
            <a:r>
              <a:rPr lang="en-US" altLang="en-US" dirty="0">
                <a:latin typeface="Sitka Subheading Semibold" pitchFamily="2" charset="0"/>
              </a:rPr>
              <a:t>Efficient candidate management</a:t>
            </a:r>
            <a:endParaRPr lang="en-US" altLang="en-US" dirty="0">
              <a:latin typeface="Sitka Subheading Semibold" pitchFamily="2" charset="0"/>
            </a:endParaRPr>
          </a:p>
          <a:p>
            <a:pPr marL="342900" lvl="0" indent="-342900">
              <a:lnSpc>
                <a:spcPct val="150000"/>
              </a:lnSpc>
              <a:buFont typeface="Arial" panose="020B0604020202020204" pitchFamily="34" charset="0"/>
              <a:buChar char="•"/>
            </a:pPr>
            <a:r>
              <a:rPr lang="en-US" altLang="en-US" dirty="0">
                <a:latin typeface="Sitka Subheading Semibold" pitchFamily="2" charset="0"/>
              </a:rPr>
              <a:t>Better recruitment experience</a:t>
            </a:r>
            <a:endParaRPr lang="en-US" altLang="en-US" dirty="0">
              <a:latin typeface="Sitka Subheading Semibold" pitchFamily="2" charset="0"/>
            </a:endParaRPr>
          </a:p>
          <a:p>
            <a:pPr marL="342900" lvl="0" indent="-342900">
              <a:lnSpc>
                <a:spcPct val="150000"/>
              </a:lnSpc>
              <a:buFont typeface="Arial" panose="020B0604020202020204" pitchFamily="34" charset="0"/>
              <a:buChar char="•"/>
            </a:pPr>
            <a:r>
              <a:rPr lang="en-US" altLang="en-US" dirty="0">
                <a:latin typeface="Sitka Subheading Semibold" pitchFamily="2" charset="0"/>
              </a:rPr>
              <a:t>Scalable architecture for large job dataset</a:t>
            </a:r>
            <a:r>
              <a:rPr lang="en-US" altLang="en-US" b="1" dirty="0">
                <a:latin typeface="Sitka Subheading Semibold" pitchFamily="2" charset="0"/>
              </a:rPr>
              <a:t>s</a:t>
            </a:r>
            <a:endParaRPr lang="en-US" altLang="en-US" b="1" dirty="0">
              <a:latin typeface="Sitka Subheading Semibold" pitchFamily="2" charset="0"/>
            </a:endParaRPr>
          </a:p>
        </p:txBody>
      </p:sp>
      <p:sp>
        <p:nvSpPr>
          <p:cNvPr id="12" name="Rectangle: Rounded Corners 11"/>
          <p:cNvSpPr/>
          <p:nvPr/>
        </p:nvSpPr>
        <p:spPr>
          <a:xfrm>
            <a:off x="6330772" y="192024"/>
            <a:ext cx="5655869" cy="363931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4" name="TextBox 3"/>
          <p:cNvSpPr txBox="1"/>
          <p:nvPr/>
        </p:nvSpPr>
        <p:spPr>
          <a:xfrm>
            <a:off x="6587947" y="406701"/>
            <a:ext cx="6094476" cy="3091815"/>
          </a:xfrm>
          <a:prstGeom prst="rect">
            <a:avLst/>
          </a:prstGeom>
          <a:noFill/>
        </p:spPr>
        <p:txBody>
          <a:bodyPr wrap="square">
            <a:spAutoFit/>
          </a:bodyPr>
          <a:lstStyle/>
          <a:p>
            <a:pPr>
              <a:lnSpc>
                <a:spcPct val="150000"/>
              </a:lnSpc>
              <a:buNone/>
            </a:pPr>
            <a:r>
              <a:rPr lang="en-IN" b="1" dirty="0">
                <a:latin typeface="Rockwell" panose="02060603020205020403" pitchFamily="18" charset="0"/>
              </a:rPr>
              <a:t>Future Enhancements</a:t>
            </a:r>
            <a:endParaRPr lang="en-IN" b="1" dirty="0">
              <a:latin typeface="Rockwell" panose="02060603020205020403" pitchFamily="18" charset="0"/>
            </a:endParaRPr>
          </a:p>
          <a:p>
            <a:pPr marL="342900" lvl="0" indent="-342900">
              <a:lnSpc>
                <a:spcPct val="150000"/>
              </a:lnSpc>
              <a:buFont typeface="Arial" panose="020B0604020202020204" pitchFamily="34" charset="0"/>
              <a:buChar char="•"/>
            </a:pPr>
            <a:r>
              <a:rPr lang="en-US" altLang="en-US" sz="1600" dirty="0">
                <a:latin typeface="Rockwell" panose="02060603020205020403" pitchFamily="18" charset="0"/>
              </a:rPr>
              <a:t>AI-based job recommendations</a:t>
            </a:r>
            <a:endParaRPr lang="en-US" altLang="en-US" sz="1600" dirty="0">
              <a:latin typeface="Rockwell" panose="02060603020205020403" pitchFamily="18" charset="0"/>
            </a:endParaRPr>
          </a:p>
          <a:p>
            <a:pPr marL="342900" lvl="0" indent="-342900">
              <a:lnSpc>
                <a:spcPct val="150000"/>
              </a:lnSpc>
              <a:buFont typeface="Arial" panose="020B0604020202020204" pitchFamily="34" charset="0"/>
              <a:buChar char="•"/>
            </a:pPr>
            <a:r>
              <a:rPr lang="en-US" altLang="en-US" sz="1600" dirty="0">
                <a:latin typeface="Rockwell" panose="02060603020205020403" pitchFamily="18" charset="0"/>
              </a:rPr>
              <a:t>Resume parsing and automatic skill extraction</a:t>
            </a:r>
            <a:endParaRPr lang="en-US" altLang="en-US" sz="1600" dirty="0">
              <a:latin typeface="Rockwell" panose="02060603020205020403" pitchFamily="18" charset="0"/>
            </a:endParaRPr>
          </a:p>
          <a:p>
            <a:pPr marL="342900" lvl="0" indent="-342900">
              <a:lnSpc>
                <a:spcPct val="150000"/>
              </a:lnSpc>
              <a:buFont typeface="Arial" panose="020B0604020202020204" pitchFamily="34" charset="0"/>
              <a:buChar char="•"/>
            </a:pPr>
            <a:r>
              <a:rPr lang="en-US" altLang="en-US" sz="1600" dirty="0">
                <a:latin typeface="Rockwell" panose="02060603020205020403" pitchFamily="18" charset="0"/>
              </a:rPr>
              <a:t>Machine Learning-based candidate ranking</a:t>
            </a:r>
            <a:endParaRPr lang="en-US" altLang="en-US" sz="1600" dirty="0">
              <a:latin typeface="Rockwell" panose="02060603020205020403" pitchFamily="18" charset="0"/>
            </a:endParaRPr>
          </a:p>
          <a:p>
            <a:pPr marL="342900" lvl="0" indent="-342900">
              <a:lnSpc>
                <a:spcPct val="150000"/>
              </a:lnSpc>
              <a:buFont typeface="Arial" panose="020B0604020202020204" pitchFamily="34" charset="0"/>
              <a:buChar char="•"/>
            </a:pPr>
            <a:r>
              <a:rPr lang="en-US" altLang="en-US" sz="1600" dirty="0">
                <a:latin typeface="Rockwell" panose="02060603020205020403" pitchFamily="18" charset="0"/>
              </a:rPr>
              <a:t>Voice-based job search</a:t>
            </a:r>
            <a:endParaRPr lang="en-US" altLang="en-US" sz="1600" dirty="0">
              <a:latin typeface="Rockwell" panose="02060603020205020403" pitchFamily="18" charset="0"/>
            </a:endParaRPr>
          </a:p>
          <a:p>
            <a:pPr marL="342900" lvl="0" indent="-342900">
              <a:lnSpc>
                <a:spcPct val="150000"/>
              </a:lnSpc>
              <a:buFont typeface="Arial" panose="020B0604020202020204" pitchFamily="34" charset="0"/>
              <a:buChar char="•"/>
            </a:pPr>
            <a:r>
              <a:rPr lang="en-US" altLang="en-US" sz="1600" dirty="0">
                <a:latin typeface="Rockwell" panose="02060603020205020403" pitchFamily="18" charset="0"/>
              </a:rPr>
              <a:t>Mobile application</a:t>
            </a:r>
            <a:endParaRPr lang="en-US" altLang="en-US" sz="1600" dirty="0">
              <a:latin typeface="Rockwell" panose="02060603020205020403" pitchFamily="18" charset="0"/>
            </a:endParaRPr>
          </a:p>
          <a:p>
            <a:pPr marL="342900" lvl="0" indent="-342900">
              <a:lnSpc>
                <a:spcPct val="150000"/>
              </a:lnSpc>
              <a:buFont typeface="Arial" panose="020B0604020202020204" pitchFamily="34" charset="0"/>
              <a:buChar char="•"/>
            </a:pPr>
            <a:r>
              <a:rPr lang="en-US" altLang="en-US" sz="1600" dirty="0">
                <a:latin typeface="Rockwell" panose="02060603020205020403" pitchFamily="18" charset="0"/>
              </a:rPr>
              <a:t>Advanced network-flow-based job assignment</a:t>
            </a:r>
            <a:endParaRPr lang="en-US" altLang="en-US" sz="1600" dirty="0">
              <a:latin typeface="Rockwell" panose="02060603020205020403" pitchFamily="18" charset="0"/>
            </a:endParaRPr>
          </a:p>
          <a:p>
            <a:pPr marL="342900" lvl="0" indent="-342900">
              <a:lnSpc>
                <a:spcPct val="150000"/>
              </a:lnSpc>
              <a:buFont typeface="Arial" panose="020B0604020202020204" pitchFamily="34" charset="0"/>
              <a:buChar char="•"/>
            </a:pPr>
            <a:r>
              <a:rPr lang="en-US" altLang="en-US" sz="1600" dirty="0">
                <a:latin typeface="Rockwell" panose="02060603020205020403" pitchFamily="18" charset="0"/>
              </a:rPr>
              <a:t>Personalized career recommendations</a:t>
            </a:r>
            <a:endParaRPr lang="en-US" altLang="en-US" sz="1600" dirty="0">
              <a:latin typeface="Rockwell" panose="02060603020205020403" pitchFamily="18" charset="0"/>
            </a:endParaRPr>
          </a:p>
        </p:txBody>
      </p:sp>
      <p:sp>
        <p:nvSpPr>
          <p:cNvPr id="13" name="Rectangle: Rounded Corners 12"/>
          <p:cNvSpPr/>
          <p:nvPr/>
        </p:nvSpPr>
        <p:spPr>
          <a:xfrm>
            <a:off x="6330772" y="4046013"/>
            <a:ext cx="5655868" cy="269311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10" name="TextBox 9"/>
          <p:cNvSpPr txBox="1"/>
          <p:nvPr/>
        </p:nvSpPr>
        <p:spPr>
          <a:xfrm>
            <a:off x="6775093" y="4046155"/>
            <a:ext cx="5211633" cy="2861310"/>
          </a:xfrm>
          <a:prstGeom prst="rect">
            <a:avLst/>
          </a:prstGeom>
          <a:noFill/>
        </p:spPr>
        <p:txBody>
          <a:bodyPr wrap="square" rtlCol="0">
            <a:spAutoFit/>
          </a:bodyPr>
          <a:lstStyle/>
          <a:p>
            <a:pPr>
              <a:buNone/>
            </a:pPr>
            <a:r>
              <a:rPr lang="en-IN" sz="2400" b="1" dirty="0">
                <a:latin typeface="Rockwell" panose="02060603020205020403" pitchFamily="18" charset="0"/>
              </a:rPr>
              <a:t>Benefits</a:t>
            </a:r>
            <a:endParaRPr lang="en-IN" sz="2400" b="1" dirty="0">
              <a:latin typeface="Rockwell" panose="02060603020205020403" pitchFamily="18" charset="0"/>
            </a:endParaRPr>
          </a:p>
          <a:p>
            <a:pPr marL="342900" lvl="0" indent="-342900">
              <a:lnSpc>
                <a:spcPct val="150000"/>
              </a:lnSpc>
              <a:buFont typeface="Arial" panose="020B0604020202020204" pitchFamily="34" charset="0"/>
              <a:buChar char="•"/>
            </a:pPr>
            <a:r>
              <a:rPr lang="en-US" altLang="en-US" sz="1600" dirty="0">
                <a:latin typeface="Rockwell" panose="02060603020205020403" pitchFamily="18" charset="0"/>
              </a:rPr>
              <a:t>Saves job-search time</a:t>
            </a:r>
            <a:endParaRPr lang="en-US" altLang="en-US" sz="1600" dirty="0">
              <a:latin typeface="Rockwell" panose="02060603020205020403" pitchFamily="18" charset="0"/>
            </a:endParaRPr>
          </a:p>
          <a:p>
            <a:pPr marL="342900" lvl="0" indent="-342900">
              <a:lnSpc>
                <a:spcPct val="150000"/>
              </a:lnSpc>
              <a:buFont typeface="Arial" panose="020B0604020202020204" pitchFamily="34" charset="0"/>
              <a:buChar char="•"/>
            </a:pPr>
            <a:r>
              <a:rPr lang="en-US" altLang="en-US" sz="1600" dirty="0">
                <a:latin typeface="Rockwell" panose="02060603020205020403" pitchFamily="18" charset="0"/>
              </a:rPr>
              <a:t>Reduces manual effort</a:t>
            </a:r>
            <a:endParaRPr lang="en-US" altLang="en-US" sz="1600" dirty="0">
              <a:latin typeface="Rockwell" panose="02060603020205020403" pitchFamily="18" charset="0"/>
            </a:endParaRPr>
          </a:p>
          <a:p>
            <a:pPr marL="342900" lvl="0" indent="-342900">
              <a:lnSpc>
                <a:spcPct val="150000"/>
              </a:lnSpc>
              <a:buFont typeface="Arial" panose="020B0604020202020204" pitchFamily="34" charset="0"/>
              <a:buChar char="•"/>
            </a:pPr>
            <a:r>
              <a:rPr lang="en-US" altLang="en-US" sz="1600" dirty="0">
                <a:latin typeface="Rockwell" panose="02060603020205020403" pitchFamily="18" charset="0"/>
              </a:rPr>
              <a:t>Improves matching accuracy</a:t>
            </a:r>
            <a:endParaRPr lang="en-US" altLang="en-US" sz="1600" dirty="0">
              <a:latin typeface="Rockwell" panose="02060603020205020403" pitchFamily="18" charset="0"/>
            </a:endParaRPr>
          </a:p>
          <a:p>
            <a:pPr marL="342900" lvl="0" indent="-342900">
              <a:lnSpc>
                <a:spcPct val="150000"/>
              </a:lnSpc>
              <a:buFont typeface="Arial" panose="020B0604020202020204" pitchFamily="34" charset="0"/>
              <a:buChar char="•"/>
            </a:pPr>
            <a:r>
              <a:rPr lang="en-US" altLang="en-US" sz="1600" dirty="0">
                <a:latin typeface="Rockwell" panose="02060603020205020403" pitchFamily="18" charset="0"/>
              </a:rPr>
              <a:t>Helps recruiters find suitable candidates</a:t>
            </a:r>
            <a:endParaRPr lang="en-US" altLang="en-US" sz="1600" dirty="0">
              <a:latin typeface="Rockwell" panose="02060603020205020403" pitchFamily="18" charset="0"/>
            </a:endParaRPr>
          </a:p>
          <a:p>
            <a:pPr marL="342900" lvl="0" indent="-342900">
              <a:lnSpc>
                <a:spcPct val="150000"/>
              </a:lnSpc>
              <a:buFont typeface="Arial" panose="020B0604020202020204" pitchFamily="34" charset="0"/>
              <a:buChar char="•"/>
            </a:pPr>
            <a:r>
              <a:rPr lang="en-US" altLang="en-US" sz="1600" dirty="0">
                <a:latin typeface="Rockwell" panose="02060603020205020403" pitchFamily="18" charset="0"/>
              </a:rPr>
              <a:t>Improves user experience</a:t>
            </a:r>
            <a:endParaRPr lang="en-US" altLang="en-US" sz="1600" dirty="0">
              <a:latin typeface="Rockwell" panose="02060603020205020403" pitchFamily="18" charset="0"/>
            </a:endParaRPr>
          </a:p>
          <a:p>
            <a:pPr marL="342900" lvl="0" indent="-342900">
              <a:lnSpc>
                <a:spcPct val="150000"/>
              </a:lnSpc>
              <a:buFont typeface="Arial" panose="020B0604020202020204" pitchFamily="34" charset="0"/>
              <a:buChar char="•"/>
            </a:pPr>
            <a:r>
              <a:rPr lang="en-US" altLang="en-US" sz="1600" dirty="0">
                <a:latin typeface="Rockwell" panose="02060603020205020403" pitchFamily="18" charset="0"/>
              </a:rPr>
              <a:t>Supports large-scale job databases</a:t>
            </a:r>
            <a:r>
              <a:rPr lang="en-IN" sz="1200" dirty="0">
                <a:latin typeface="High Tower Text" panose="02040502050506030303" pitchFamily="18" charset="0"/>
              </a:rPr>
              <a:t> </a:t>
            </a:r>
            <a:endParaRPr lang="en-IN" sz="1200" dirty="0">
              <a:latin typeface="High Tower Text" panose="02040502050506030303" pitchFamily="18" charset="0"/>
            </a:endParaRPr>
          </a:p>
          <a:p>
            <a:endParaRPr lang="en-IN" sz="1200" dirty="0">
              <a:latin typeface="High Tower Text" panose="02040502050506030303" pitchFamily="18" charset="0"/>
            </a:endParaRPr>
          </a:p>
        </p:txBody>
      </p:sp>
      <p:pic>
        <p:nvPicPr>
          <p:cNvPr id="15" name="Picture 14"/>
          <p:cNvPicPr>
            <a:picLocks noChangeAspect="1"/>
          </p:cNvPicPr>
          <p:nvPr/>
        </p:nvPicPr>
        <p:blipFill>
          <a:blip r:embed="rId1"/>
          <a:stretch>
            <a:fillRect/>
          </a:stretch>
        </p:blipFill>
        <p:spPr>
          <a:xfrm>
            <a:off x="0" y="-8049"/>
            <a:ext cx="2057400" cy="89501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83408" y="2811440"/>
            <a:ext cx="6096000" cy="1015663"/>
          </a:xfrm>
          <a:prstGeom prst="rect">
            <a:avLst/>
          </a:prstGeom>
          <a:noFill/>
        </p:spPr>
        <p:txBody>
          <a:bodyPr wrap="square">
            <a:spAutoFit/>
          </a:bodyPr>
          <a:lstStyle/>
          <a:p>
            <a:pPr algn="ctr"/>
            <a:r>
              <a:rPr lang="en-IN" sz="6000" dirty="0">
                <a:latin typeface="Segoe Script" panose="030B0504020000000003" pitchFamily="66" charset="0"/>
                <a:cs typeface="Times New Roman" panose="02020603050405020304" pitchFamily="18" charset="0"/>
              </a:rPr>
              <a:t>THANK YOU </a:t>
            </a:r>
            <a:endParaRPr lang="en-IN" sz="6000" dirty="0">
              <a:latin typeface="Segoe Script" panose="030B0504020000000003" pitchFamily="66" charset="0"/>
            </a:endParaRPr>
          </a:p>
        </p:txBody>
      </p:sp>
      <p:pic>
        <p:nvPicPr>
          <p:cNvPr id="4" name="Picture 3"/>
          <p:cNvPicPr>
            <a:picLocks noChangeAspect="1"/>
          </p:cNvPicPr>
          <p:nvPr/>
        </p:nvPicPr>
        <p:blipFill>
          <a:blip r:embed="rId1"/>
          <a:stretch>
            <a:fillRect/>
          </a:stretch>
        </p:blipFill>
        <p:spPr>
          <a:xfrm>
            <a:off x="9309256" y="0"/>
            <a:ext cx="2882744" cy="1970708"/>
          </a:xfrm>
          <a:prstGeom prst="rect">
            <a:avLst/>
          </a:prstGeom>
        </p:spPr>
      </p:pic>
    </p:spTree>
  </p:cSld>
  <p:clrMapOvr>
    <a:masterClrMapping/>
  </p:clrMapOvr>
</p:sld>
</file>

<file path=ppt/tags/tag1.xml><?xml version="1.0" encoding="utf-8"?>
<p:tagLst xmlns:p="http://schemas.openxmlformats.org/presentationml/2006/main">
  <p:tag name="TABLE_ENDDRAG_ORIGIN_RECT" val="639*172"/>
  <p:tag name="TABLE_ENDDRAG_RECT" val="51*405*639*172"/>
</p:tagLst>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Shoji</Template>
  <TotalTime>0</TotalTime>
  <Words>4203</Words>
  <Application>WPS Presentation</Application>
  <PresentationFormat>Widescreen</PresentationFormat>
  <Paragraphs>193</Paragraphs>
  <Slides>7</Slides>
  <Notes>0</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7</vt:i4>
      </vt:variant>
    </vt:vector>
  </HeadingPairs>
  <TitlesOfParts>
    <vt:vector size="32" baseType="lpstr">
      <vt:lpstr>Arial</vt:lpstr>
      <vt:lpstr>SimSun</vt:lpstr>
      <vt:lpstr>Wingdings</vt:lpstr>
      <vt:lpstr>Sitka Subheading Semibold</vt:lpstr>
      <vt:lpstr>Sitka Subheading</vt:lpstr>
      <vt:lpstr>Tempus Sans ITC</vt:lpstr>
      <vt:lpstr>Eras Demi ITC</vt:lpstr>
      <vt:lpstr>Courier New</vt:lpstr>
      <vt:lpstr>Lucida Sans Unicode</vt:lpstr>
      <vt:lpstr>Tahoma</vt:lpstr>
      <vt:lpstr>Sitka Banner Semibold</vt:lpstr>
      <vt:lpstr>Times New Roman</vt:lpstr>
      <vt:lpstr>Rockwell</vt:lpstr>
      <vt:lpstr>Sitka Small</vt:lpstr>
      <vt:lpstr>High Tower Text</vt:lpstr>
      <vt:lpstr>Footlight MT Light</vt:lpstr>
      <vt:lpstr>Segoe Script</vt:lpstr>
      <vt:lpstr>Sitka Banner</vt:lpstr>
      <vt:lpstr>Microsoft YaHei</vt:lpstr>
      <vt:lpstr>Arial Unicode MS</vt:lpstr>
      <vt:lpstr>Neue Haas Grotesk Text Pro</vt:lpstr>
      <vt:lpstr>Segoe Print</vt:lpstr>
      <vt:lpstr>Calibri</vt:lpstr>
      <vt:lpstr>Agency FB</vt:lpstr>
      <vt:lpstr>Helena</vt:lpstr>
      <vt:lpstr>Legal Document Repository</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ALLURU AKSHAYA</dc:creator>
  <cp:lastModifiedBy>nisha</cp:lastModifiedBy>
  <cp:revision>5</cp:revision>
  <dcterms:created xsi:type="dcterms:W3CDTF">2026-08-05T13:48:00Z</dcterms:created>
  <dcterms:modified xsi:type="dcterms:W3CDTF">2026-08-13T06:51:04Z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E13EA7F3D87C4B508B707DB4CF1442B7_13</vt:lpwstr>
  </property>
</Properties>
</file>